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25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26" r:id="rId17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16" userDrawn="1">
          <p15:clr>
            <a:srgbClr val="A4A3A4"/>
          </p15:clr>
        </p15:guide>
        <p15:guide id="4" pos="7256" userDrawn="1">
          <p15:clr>
            <a:srgbClr val="A4A3A4"/>
          </p15:clr>
        </p15:guide>
        <p15:guide id="5" orient="horz" pos="663" userDrawn="1">
          <p15:clr>
            <a:srgbClr val="A4A3A4"/>
          </p15:clr>
        </p15:guide>
        <p15:guide id="6" orient="horz" pos="686" userDrawn="1">
          <p15:clr>
            <a:srgbClr val="A4A3A4"/>
          </p15:clr>
        </p15:guide>
        <p15:guide id="7" orient="horz" pos="3928" userDrawn="1">
          <p15:clr>
            <a:srgbClr val="A4A3A4"/>
          </p15:clr>
        </p15:guide>
        <p15:guide id="8" orient="horz" pos="3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BA93"/>
    <a:srgbClr val="EAEAEA"/>
    <a:srgbClr val="FFFFFF"/>
    <a:srgbClr val="920000"/>
    <a:srgbClr val="E7E7E7"/>
    <a:srgbClr val="F46A66"/>
    <a:srgbClr val="A6A6A6"/>
    <a:srgbClr val="C00000"/>
    <a:srgbClr val="BFBFBF"/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216" y="600"/>
      </p:cViewPr>
      <p:guideLst>
        <p:guide orient="horz" pos="2288"/>
        <p:guide pos="3840"/>
        <p:guide pos="416"/>
        <p:guide pos="7256"/>
        <p:guide orient="horz" pos="663"/>
        <p:guide orient="horz" pos="686"/>
        <p:guide orient="horz" pos="3928"/>
        <p:guide orient="horz" pos="3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3DC62-E068-4D8E-B699-82422970A9D9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6CDCD-FC7E-44D9-9424-329079222DD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28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448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10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A746F-767A-4EB6-9785-49809D5B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3D88C4-1C31-4440-902B-C3CAECD19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988CA2-A5F0-4BAA-BD04-493091F3A2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8C1BB4-362A-4FA9-8DB1-67ED03367B5F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057D3-ED9B-4949-AB4F-5C22EBD9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3CFA0C-17FF-44A0-B95B-A0A42ECDF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8A68BC-99F0-46F7-8FC8-CC50DBF26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084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2972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F0EAD-1DBF-4B90-A988-E59FB6DE0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F823B2-199A-4F9B-90E5-AAE0DA4A7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8D05C2-C2A9-45AB-96FF-3741CB899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4561BCF-7A13-4AAC-A2EF-D24AB1A13E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A8D4A6-DAE7-46C1-AADC-36385DDAE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5D1820A-BBFA-43AF-9F6B-98A097BA76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8C1BB4-362A-4FA9-8DB1-67ED03367B5F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3C08DB-1A4D-4916-8CF7-EFB651E4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8DA110-1894-497F-92BB-F2006504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8A68BC-99F0-46F7-8FC8-CC50DBF26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887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AD8AD-C1A3-4B59-B0F9-98C2DB5A4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2A0638-BD93-41A2-A95E-8F30223ADB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8C1BB4-362A-4FA9-8DB1-67ED03367B5F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DAEA7A-1C9A-40B7-9051-96A559B49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09A3E8-54B0-4742-A3C3-7863BFEEF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8A68BC-99F0-46F7-8FC8-CC50DBF26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70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0F0FBC-4A3E-451D-9DCF-F7A5E4BC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8C1BB4-362A-4FA9-8DB1-67ED03367B5F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9570197-FA96-46EF-BBAF-BABAC0A0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0E03EA-6DCD-45FF-A2CD-07A7CBB2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8A68BC-99F0-46F7-8FC8-CC50DBF26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4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EA933-38FB-4E95-A113-EA5092923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00D57B-7DD6-4130-B481-F645AB1C7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CDC4E7-4C9A-480C-BE85-110253D00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AB418D-F73B-493E-98D8-07DCEB48FC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8C1BB4-362A-4FA9-8DB1-67ED03367B5F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6F2EF3-2177-45FB-9E8E-B4F9EF2A2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99E1A9-A17A-42D1-A6EE-25616902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8A68BC-99F0-46F7-8FC8-CC50DBF26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23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60D1A9-6505-46B5-8FC4-5F2A96072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0A8384-EF42-49C7-8B72-47CAC940D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41794D-17D9-4743-AF97-AE0528BA9D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D3E264-E40A-4D58-96A1-82ECE62A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8C1BB4-362A-4FA9-8DB1-67ED03367B5F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71EC6F-D819-4E4A-BA56-03A95BF9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58CC60-3B58-4FEF-BDDE-12351A8B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8A68BC-99F0-46F7-8FC8-CC50DBF26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13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99A77-1441-4A90-949D-DB497265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65DE50-21FD-4139-8B7B-248657385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5924E-B103-452A-9096-C3D5CF13E4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8C1BB4-362A-4FA9-8DB1-67ED03367B5F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71C771-13F6-47BF-8380-D7AD749E8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F76AE8-3F8E-48ED-9684-5C8D8302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8A68BC-99F0-46F7-8FC8-CC50DBF26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58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DF8C08-8700-4D56-BE9A-3C9FC1EF3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A194EE-3132-498C-8989-2F2B0A587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68F920-4FD1-4537-BB6C-83DD0C023E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E8C1BB4-362A-4FA9-8DB1-67ED03367B5F}" type="datetimeFigureOut">
              <a:rPr lang="zh-CN" altLang="en-US" smtClean="0"/>
              <a:t>2025/11/10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3330DC-893A-4C0D-BFC0-545999F4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8451E-E009-4858-91B8-768D838F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F8A68BC-99F0-46F7-8FC8-CC50DBF267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1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281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7" r:id="rId2"/>
    <p:sldLayoutId id="2147483668" r:id="rId3"/>
    <p:sldLayoutId id="2147483673" r:id="rId4"/>
    <p:sldLayoutId id="2147483674" r:id="rId5"/>
    <p:sldLayoutId id="2147483675" r:id="rId6"/>
    <p:sldLayoutId id="2147483676" r:id="rId7"/>
    <p:sldLayoutId id="2147483669" r:id="rId8"/>
    <p:sldLayoutId id="2147483670" r:id="rId9"/>
    <p:sldLayoutId id="2147483671" r:id="rId10"/>
    <p:sldLayoutId id="2147483672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íṧ1iḑê">
            <a:extLst>
              <a:ext uri="{FF2B5EF4-FFF2-40B4-BE49-F238E27FC236}">
                <a16:creationId xmlns:a16="http://schemas.microsoft.com/office/drawing/2014/main" id="{842D6902-9F34-5DD0-66F5-16B3BC70DEF7}"/>
              </a:ext>
            </a:extLst>
          </p:cNvPr>
          <p:cNvSpPr/>
          <p:nvPr/>
        </p:nvSpPr>
        <p:spPr>
          <a:xfrm rot="3717444" flipH="1">
            <a:off x="378711" y="5776287"/>
            <a:ext cx="2352478" cy="2298876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4" name="îSḻiḋé">
            <a:extLst>
              <a:ext uri="{FF2B5EF4-FFF2-40B4-BE49-F238E27FC236}">
                <a16:creationId xmlns:a16="http://schemas.microsoft.com/office/drawing/2014/main" id="{3599D331-C9A6-EC30-F812-5764DA267A7B}"/>
              </a:ext>
            </a:extLst>
          </p:cNvPr>
          <p:cNvSpPr/>
          <p:nvPr/>
        </p:nvSpPr>
        <p:spPr>
          <a:xfrm>
            <a:off x="-93653" y="3712032"/>
            <a:ext cx="617828" cy="3175126"/>
          </a:xfrm>
          <a:custGeom>
            <a:avLst/>
            <a:gdLst>
              <a:gd name="connsiteX0" fmla="*/ 0 w 471948"/>
              <a:gd name="connsiteY0" fmla="*/ 2425423 h 2425423"/>
              <a:gd name="connsiteX1" fmla="*/ 471948 w 471948"/>
              <a:gd name="connsiteY1" fmla="*/ 1953475 h 2425423"/>
              <a:gd name="connsiteX2" fmla="*/ 471948 w 471948"/>
              <a:gd name="connsiteY2" fmla="*/ 471948 h 2425423"/>
              <a:gd name="connsiteX3" fmla="*/ 0 w 471948"/>
              <a:gd name="connsiteY3" fmla="*/ 0 h 24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" h="2425423">
                <a:moveTo>
                  <a:pt x="0" y="2425423"/>
                </a:moveTo>
                <a:cubicBezTo>
                  <a:pt x="260650" y="2425423"/>
                  <a:pt x="471948" y="2214125"/>
                  <a:pt x="471948" y="1953475"/>
                </a:cubicBezTo>
                <a:lnTo>
                  <a:pt x="471948" y="471948"/>
                </a:lnTo>
                <a:cubicBezTo>
                  <a:pt x="471948" y="211298"/>
                  <a:pt x="260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5" name="îśḻiďè">
            <a:extLst>
              <a:ext uri="{FF2B5EF4-FFF2-40B4-BE49-F238E27FC236}">
                <a16:creationId xmlns:a16="http://schemas.microsoft.com/office/drawing/2014/main" id="{DC2DD81D-A583-4911-A3BD-25F02D49D22A}"/>
              </a:ext>
            </a:extLst>
          </p:cNvPr>
          <p:cNvSpPr/>
          <p:nvPr/>
        </p:nvSpPr>
        <p:spPr>
          <a:xfrm rot="2665377" flipH="1">
            <a:off x="2462205" y="2312221"/>
            <a:ext cx="1186719" cy="1186719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6" name="iṧḷíďè">
            <a:extLst>
              <a:ext uri="{FF2B5EF4-FFF2-40B4-BE49-F238E27FC236}">
                <a16:creationId xmlns:a16="http://schemas.microsoft.com/office/drawing/2014/main" id="{F4004935-94F4-F490-0764-297BD2D8F6E1}"/>
              </a:ext>
            </a:extLst>
          </p:cNvPr>
          <p:cNvSpPr/>
          <p:nvPr/>
        </p:nvSpPr>
        <p:spPr>
          <a:xfrm flipH="1">
            <a:off x="-87309" y="4397662"/>
            <a:ext cx="5807985" cy="2463032"/>
          </a:xfrm>
          <a:custGeom>
            <a:avLst/>
            <a:gdLst>
              <a:gd name="connsiteX0" fmla="*/ 5807796 w 5807985"/>
              <a:gd name="connsiteY0" fmla="*/ 43921 h 2463032"/>
              <a:gd name="connsiteX1" fmla="*/ 5061375 w 5807985"/>
              <a:gd name="connsiteY1" fmla="*/ 136964 h 2463032"/>
              <a:gd name="connsiteX2" fmla="*/ 4374333 w 5807985"/>
              <a:gd name="connsiteY2" fmla="*/ 1040537 h 2463032"/>
              <a:gd name="connsiteX3" fmla="*/ 4368849 w 5807985"/>
              <a:gd name="connsiteY3" fmla="*/ 1051506 h 2463032"/>
              <a:gd name="connsiteX4" fmla="*/ 3716793 w 5807985"/>
              <a:gd name="connsiteY4" fmla="*/ 1963589 h 2463032"/>
              <a:gd name="connsiteX5" fmla="*/ 2393581 w 5807985"/>
              <a:gd name="connsiteY5" fmla="*/ 2209434 h 2463032"/>
              <a:gd name="connsiteX6" fmla="*/ 1938391 w 5807985"/>
              <a:gd name="connsiteY6" fmla="*/ 2143623 h 2463032"/>
              <a:gd name="connsiteX7" fmla="*/ 1022146 w 5807985"/>
              <a:gd name="connsiteY7" fmla="*/ 2057010 h 2463032"/>
              <a:gd name="connsiteX8" fmla="*/ 345128 w 5807985"/>
              <a:gd name="connsiteY8" fmla="*/ 2217566 h 2463032"/>
              <a:gd name="connsiteX9" fmla="*/ 0 w 5807985"/>
              <a:gd name="connsiteY9" fmla="*/ 2463032 h 2463032"/>
              <a:gd name="connsiteX10" fmla="*/ 12860 w 5807985"/>
              <a:gd name="connsiteY10" fmla="*/ 2463032 h 2463032"/>
              <a:gd name="connsiteX11" fmla="*/ 349289 w 5807985"/>
              <a:gd name="connsiteY11" fmla="*/ 2225698 h 2463032"/>
              <a:gd name="connsiteX12" fmla="*/ 1022714 w 5807985"/>
              <a:gd name="connsiteY12" fmla="*/ 2066088 h 2463032"/>
              <a:gd name="connsiteX13" fmla="*/ 1937256 w 5807985"/>
              <a:gd name="connsiteY13" fmla="*/ 2152511 h 2463032"/>
              <a:gd name="connsiteX14" fmla="*/ 2392825 w 5807985"/>
              <a:gd name="connsiteY14" fmla="*/ 2218511 h 2463032"/>
              <a:gd name="connsiteX15" fmla="*/ 3722466 w 5807985"/>
              <a:gd name="connsiteY15" fmla="*/ 1970965 h 2463032"/>
              <a:gd name="connsiteX16" fmla="*/ 4377359 w 5807985"/>
              <a:gd name="connsiteY16" fmla="*/ 1055477 h 2463032"/>
              <a:gd name="connsiteX17" fmla="*/ 4382843 w 5807985"/>
              <a:gd name="connsiteY17" fmla="*/ 1044509 h 2463032"/>
              <a:gd name="connsiteX18" fmla="*/ 5066480 w 5807985"/>
              <a:gd name="connsiteY18" fmla="*/ 144528 h 2463032"/>
              <a:gd name="connsiteX19" fmla="*/ 5807985 w 5807985"/>
              <a:gd name="connsiteY19" fmla="*/ 53377 h 2463032"/>
              <a:gd name="connsiteX20" fmla="*/ 5807985 w 5807985"/>
              <a:gd name="connsiteY20" fmla="*/ 43921 h 2463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807985" h="2463032">
                <a:moveTo>
                  <a:pt x="5807796" y="43921"/>
                </a:moveTo>
                <a:cubicBezTo>
                  <a:pt x="5570651" y="-41368"/>
                  <a:pt x="5273935" y="1749"/>
                  <a:pt x="5061375" y="136964"/>
                </a:cubicBezTo>
                <a:cubicBezTo>
                  <a:pt x="4745369" y="338178"/>
                  <a:pt x="4556069" y="679146"/>
                  <a:pt x="4374333" y="1040537"/>
                </a:cubicBezTo>
                <a:lnTo>
                  <a:pt x="4368849" y="1051506"/>
                </a:lnTo>
                <a:cubicBezTo>
                  <a:pt x="4198270" y="1390961"/>
                  <a:pt x="4021829" y="1741951"/>
                  <a:pt x="3716793" y="1963589"/>
                </a:cubicBezTo>
                <a:cubicBezTo>
                  <a:pt x="3400977" y="2193170"/>
                  <a:pt x="2968101" y="2273543"/>
                  <a:pt x="2393581" y="2209434"/>
                </a:cubicBezTo>
                <a:cubicBezTo>
                  <a:pt x="2241536" y="2192414"/>
                  <a:pt x="2087410" y="2167640"/>
                  <a:pt x="1938391" y="2143623"/>
                </a:cubicBezTo>
                <a:cubicBezTo>
                  <a:pt x="1639027" y="2095400"/>
                  <a:pt x="1329641" y="2045475"/>
                  <a:pt x="1022146" y="2057010"/>
                </a:cubicBezTo>
                <a:cubicBezTo>
                  <a:pt x="778193" y="2066277"/>
                  <a:pt x="544073" y="2121686"/>
                  <a:pt x="345128" y="2217566"/>
                </a:cubicBezTo>
                <a:cubicBezTo>
                  <a:pt x="208022" y="2283566"/>
                  <a:pt x="92665" y="2365829"/>
                  <a:pt x="0" y="2463032"/>
                </a:cubicBezTo>
                <a:lnTo>
                  <a:pt x="12860" y="2463032"/>
                </a:lnTo>
                <a:cubicBezTo>
                  <a:pt x="103822" y="2369233"/>
                  <a:pt x="216154" y="2289806"/>
                  <a:pt x="349289" y="2225698"/>
                </a:cubicBezTo>
                <a:cubicBezTo>
                  <a:pt x="547099" y="2130575"/>
                  <a:pt x="779895" y="2075354"/>
                  <a:pt x="1022714" y="2066088"/>
                </a:cubicBezTo>
                <a:cubicBezTo>
                  <a:pt x="1329452" y="2054363"/>
                  <a:pt x="1638460" y="2104288"/>
                  <a:pt x="1937256" y="2152511"/>
                </a:cubicBezTo>
                <a:cubicBezTo>
                  <a:pt x="2086465" y="2176529"/>
                  <a:pt x="2240591" y="2201491"/>
                  <a:pt x="2392825" y="2218511"/>
                </a:cubicBezTo>
                <a:cubicBezTo>
                  <a:pt x="2969803" y="2282998"/>
                  <a:pt x="3404759" y="2201870"/>
                  <a:pt x="3722466" y="1970965"/>
                </a:cubicBezTo>
                <a:cubicBezTo>
                  <a:pt x="4029394" y="1747813"/>
                  <a:pt x="4206213" y="1395877"/>
                  <a:pt x="4377359" y="1055477"/>
                </a:cubicBezTo>
                <a:lnTo>
                  <a:pt x="4382843" y="1044509"/>
                </a:lnTo>
                <a:cubicBezTo>
                  <a:pt x="4563823" y="684441"/>
                  <a:pt x="4752367" y="344608"/>
                  <a:pt x="5066480" y="144528"/>
                </a:cubicBezTo>
                <a:cubicBezTo>
                  <a:pt x="5277717" y="10070"/>
                  <a:pt x="5573110" y="-32480"/>
                  <a:pt x="5807985" y="53377"/>
                </a:cubicBezTo>
                <a:lnTo>
                  <a:pt x="5807985" y="43921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7" name="ïŝliďê">
            <a:extLst>
              <a:ext uri="{FF2B5EF4-FFF2-40B4-BE49-F238E27FC236}">
                <a16:creationId xmlns:a16="http://schemas.microsoft.com/office/drawing/2014/main" id="{BD848940-475B-5FBD-2498-0BDCDDC6BEDF}"/>
              </a:ext>
            </a:extLst>
          </p:cNvPr>
          <p:cNvSpPr/>
          <p:nvPr/>
        </p:nvSpPr>
        <p:spPr>
          <a:xfrm rot="16519762" flipV="1">
            <a:off x="9425199" y="1246924"/>
            <a:ext cx="4122207" cy="1755429"/>
          </a:xfrm>
          <a:custGeom>
            <a:avLst/>
            <a:gdLst>
              <a:gd name="connsiteX0" fmla="*/ 4122208 w 4122207"/>
              <a:gd name="connsiteY0" fmla="*/ 1684350 h 1755429"/>
              <a:gd name="connsiteX1" fmla="*/ 3338009 w 4122207"/>
              <a:gd name="connsiteY1" fmla="*/ 1643275 h 1755429"/>
              <a:gd name="connsiteX2" fmla="*/ 3029514 w 4122207"/>
              <a:gd name="connsiteY2" fmla="*/ 1450137 h 1755429"/>
              <a:gd name="connsiteX3" fmla="*/ 2596340 w 4122207"/>
              <a:gd name="connsiteY3" fmla="*/ 1208933 h 1755429"/>
              <a:gd name="connsiteX4" fmla="*/ 1629783 w 4122207"/>
              <a:gd name="connsiteY4" fmla="*/ 1354297 h 1755429"/>
              <a:gd name="connsiteX5" fmla="*/ 674295 w 4122207"/>
              <a:gd name="connsiteY5" fmla="*/ 1500243 h 1755429"/>
              <a:gd name="connsiteX6" fmla="*/ 33710 w 4122207"/>
              <a:gd name="connsiteY6" fmla="*/ 695646 h 1755429"/>
              <a:gd name="connsiteX7" fmla="*/ 66337 w 4122207"/>
              <a:gd name="connsiteY7" fmla="*/ 0 h 1755429"/>
              <a:gd name="connsiteX8" fmla="*/ 52063 w 4122207"/>
              <a:gd name="connsiteY8" fmla="*/ 0 h 1755429"/>
              <a:gd name="connsiteX9" fmla="*/ 20019 w 4122207"/>
              <a:gd name="connsiteY9" fmla="*/ 697977 h 1755429"/>
              <a:gd name="connsiteX10" fmla="*/ 670508 w 4122207"/>
              <a:gd name="connsiteY10" fmla="*/ 1513934 h 1755429"/>
              <a:gd name="connsiteX11" fmla="*/ 1634735 w 4122207"/>
              <a:gd name="connsiteY11" fmla="*/ 1367697 h 1755429"/>
              <a:gd name="connsiteX12" fmla="*/ 2592262 w 4122207"/>
              <a:gd name="connsiteY12" fmla="*/ 1222625 h 1755429"/>
              <a:gd name="connsiteX13" fmla="*/ 3021358 w 4122207"/>
              <a:gd name="connsiteY13" fmla="*/ 1461790 h 1755429"/>
              <a:gd name="connsiteX14" fmla="*/ 3331891 w 4122207"/>
              <a:gd name="connsiteY14" fmla="*/ 1656093 h 1755429"/>
              <a:gd name="connsiteX15" fmla="*/ 3781961 w 4122207"/>
              <a:gd name="connsiteY15" fmla="*/ 1755429 h 1755429"/>
              <a:gd name="connsiteX16" fmla="*/ 4122208 w 4122207"/>
              <a:gd name="connsiteY16" fmla="*/ 1699498 h 1755429"/>
              <a:gd name="connsiteX17" fmla="*/ 4122208 w 4122207"/>
              <a:gd name="connsiteY17" fmla="*/ 1684350 h 175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22207" h="1755429">
                <a:moveTo>
                  <a:pt x="4122208" y="1684350"/>
                </a:moveTo>
                <a:cubicBezTo>
                  <a:pt x="3869644" y="1772325"/>
                  <a:pt x="3579502" y="1757760"/>
                  <a:pt x="3338009" y="1643275"/>
                </a:cubicBezTo>
                <a:cubicBezTo>
                  <a:pt x="3229060" y="1591422"/>
                  <a:pt x="3127685" y="1519760"/>
                  <a:pt x="3029514" y="1450137"/>
                </a:cubicBezTo>
                <a:cubicBezTo>
                  <a:pt x="2895222" y="1354879"/>
                  <a:pt x="2756268" y="1256417"/>
                  <a:pt x="2596340" y="1208933"/>
                </a:cubicBezTo>
                <a:cubicBezTo>
                  <a:pt x="2277068" y="1114258"/>
                  <a:pt x="1947891" y="1236316"/>
                  <a:pt x="1629783" y="1354297"/>
                </a:cubicBezTo>
                <a:cubicBezTo>
                  <a:pt x="1314588" y="1471112"/>
                  <a:pt x="988616" y="1592005"/>
                  <a:pt x="674295" y="1500243"/>
                </a:cubicBezTo>
                <a:cubicBezTo>
                  <a:pt x="307831" y="1393332"/>
                  <a:pt x="88476" y="1019000"/>
                  <a:pt x="33710" y="695646"/>
                </a:cubicBezTo>
                <a:cubicBezTo>
                  <a:pt x="-5907" y="460560"/>
                  <a:pt x="18854" y="220230"/>
                  <a:pt x="66337" y="0"/>
                </a:cubicBezTo>
                <a:lnTo>
                  <a:pt x="52063" y="0"/>
                </a:lnTo>
                <a:cubicBezTo>
                  <a:pt x="4580" y="220812"/>
                  <a:pt x="-19890" y="462016"/>
                  <a:pt x="20019" y="697977"/>
                </a:cubicBezTo>
                <a:cubicBezTo>
                  <a:pt x="75367" y="1025700"/>
                  <a:pt x="298217" y="1405276"/>
                  <a:pt x="670508" y="1513934"/>
                </a:cubicBezTo>
                <a:cubicBezTo>
                  <a:pt x="989198" y="1606862"/>
                  <a:pt x="1317502" y="1485386"/>
                  <a:pt x="1634735" y="1367697"/>
                </a:cubicBezTo>
                <a:cubicBezTo>
                  <a:pt x="1950804" y="1250591"/>
                  <a:pt x="2277359" y="1129406"/>
                  <a:pt x="2592262" y="1222625"/>
                </a:cubicBezTo>
                <a:cubicBezTo>
                  <a:pt x="2750151" y="1269526"/>
                  <a:pt x="2887939" y="1367114"/>
                  <a:pt x="3021358" y="1461790"/>
                </a:cubicBezTo>
                <a:cubicBezTo>
                  <a:pt x="3119820" y="1531704"/>
                  <a:pt x="3221777" y="1603657"/>
                  <a:pt x="3331891" y="1656093"/>
                </a:cubicBezTo>
                <a:cubicBezTo>
                  <a:pt x="3471136" y="1722220"/>
                  <a:pt x="3626694" y="1755429"/>
                  <a:pt x="3781961" y="1755429"/>
                </a:cubicBezTo>
                <a:cubicBezTo>
                  <a:pt x="3897610" y="1755429"/>
                  <a:pt x="4013259" y="1736786"/>
                  <a:pt x="4122208" y="1699498"/>
                </a:cubicBezTo>
                <a:lnTo>
                  <a:pt x="4122208" y="1684350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8" name="ï$1iďê">
            <a:extLst>
              <a:ext uri="{FF2B5EF4-FFF2-40B4-BE49-F238E27FC236}">
                <a16:creationId xmlns:a16="http://schemas.microsoft.com/office/drawing/2014/main" id="{22153EF7-4EA9-BF31-9F65-6A2ED9AEA63B}"/>
              </a:ext>
            </a:extLst>
          </p:cNvPr>
          <p:cNvSpPr/>
          <p:nvPr/>
        </p:nvSpPr>
        <p:spPr>
          <a:xfrm>
            <a:off x="8122430" y="0"/>
            <a:ext cx="1625600" cy="812800"/>
          </a:xfrm>
          <a:custGeom>
            <a:avLst/>
            <a:gdLst>
              <a:gd name="connsiteX0" fmla="*/ 0 w 1625600"/>
              <a:gd name="connsiteY0" fmla="*/ 0 h 812800"/>
              <a:gd name="connsiteX1" fmla="*/ 146743 w 1625600"/>
              <a:gd name="connsiteY1" fmla="*/ 0 h 812800"/>
              <a:gd name="connsiteX2" fmla="*/ 812800 w 1625600"/>
              <a:gd name="connsiteY2" fmla="*/ 666057 h 812800"/>
              <a:gd name="connsiteX3" fmla="*/ 1478857 w 1625600"/>
              <a:gd name="connsiteY3" fmla="*/ 0 h 812800"/>
              <a:gd name="connsiteX4" fmla="*/ 1625600 w 1625600"/>
              <a:gd name="connsiteY4" fmla="*/ 0 h 812800"/>
              <a:gd name="connsiteX5" fmla="*/ 812800 w 1625600"/>
              <a:gd name="connsiteY5" fmla="*/ 812800 h 812800"/>
              <a:gd name="connsiteX6" fmla="*/ 0 w 1625600"/>
              <a:gd name="connsiteY6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0" h="812800">
                <a:moveTo>
                  <a:pt x="0" y="0"/>
                </a:moveTo>
                <a:lnTo>
                  <a:pt x="146743" y="0"/>
                </a:lnTo>
                <a:cubicBezTo>
                  <a:pt x="146743" y="367853"/>
                  <a:pt x="444947" y="666057"/>
                  <a:pt x="812800" y="666057"/>
                </a:cubicBezTo>
                <a:cubicBezTo>
                  <a:pt x="1180653" y="666057"/>
                  <a:pt x="1478857" y="367853"/>
                  <a:pt x="1478857" y="0"/>
                </a:cubicBezTo>
                <a:lnTo>
                  <a:pt x="1625600" y="0"/>
                </a:lnTo>
                <a:cubicBezTo>
                  <a:pt x="1625600" y="448897"/>
                  <a:pt x="1261697" y="812800"/>
                  <a:pt x="812800" y="812800"/>
                </a:cubicBezTo>
                <a:cubicBezTo>
                  <a:pt x="363903" y="812800"/>
                  <a:pt x="0" y="448897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9" name="îṥ1íḓé">
            <a:extLst>
              <a:ext uri="{FF2B5EF4-FFF2-40B4-BE49-F238E27FC236}">
                <a16:creationId xmlns:a16="http://schemas.microsoft.com/office/drawing/2014/main" id="{1741408C-41FC-EFE7-367F-0C62A77FC57B}"/>
              </a:ext>
            </a:extLst>
          </p:cNvPr>
          <p:cNvSpPr/>
          <p:nvPr/>
        </p:nvSpPr>
        <p:spPr>
          <a:xfrm flipV="1">
            <a:off x="9924979" y="-196712"/>
            <a:ext cx="943896" cy="24254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10" name="author">
            <a:extLst>
              <a:ext uri="{FF2B5EF4-FFF2-40B4-BE49-F238E27FC236}">
                <a16:creationId xmlns:a16="http://schemas.microsoft.com/office/drawing/2014/main" id="{9C4E71C5-DDE1-D761-A5EF-6F1F6206BB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42349" y="5014944"/>
            <a:ext cx="1223902" cy="311947"/>
          </a:xfrm>
          <a:prstGeom prst="flowChartTerminator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>
                <a:solidFill>
                  <a:schemeClr val="bg1"/>
                </a:solidFill>
                <a:latin typeface="思源宋体 CN" panose="02020400000000000000" pitchFamily="18" charset="-122"/>
                <a:ea typeface="思源黑体 CN Bold" panose="020B0800000000000000" pitchFamily="34" charset="-122"/>
                <a:sym typeface=""/>
              </a:rPr>
              <a:t>Presentation</a:t>
            </a:r>
            <a:endParaRPr lang="en-US" altLang="zh-CN" sz="900" b="1" dirty="0">
              <a:solidFill>
                <a:schemeClr val="bg1"/>
              </a:solidFill>
              <a:latin typeface="思源宋体 CN" panose="02020400000000000000" pitchFamily="18" charset="-122"/>
              <a:ea typeface="思源黑体 CN Bold" panose="020B0800000000000000" pitchFamily="34" charset="-122"/>
              <a:sym typeface=""/>
            </a:endParaRP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5E2C2A92-3838-0879-97AF-76CE46673C7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25751" y="5014944"/>
            <a:ext cx="1223902" cy="311947"/>
          </a:xfrm>
          <a:prstGeom prst="flowChartTerminator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  <a:latin typeface="思源宋体 CN" panose="02020400000000000000" pitchFamily="18" charset="-122"/>
                <a:ea typeface="思源黑体 CN Bold" panose="020B0800000000000000" pitchFamily="34" charset="-122"/>
                <a:sym typeface=""/>
              </a:rPr>
              <a:t>2025-11-10</a:t>
            </a:r>
            <a:endParaRPr lang="en-US" altLang="zh-CN" sz="900" b="1" dirty="0">
              <a:solidFill>
                <a:schemeClr val="bg1"/>
              </a:solidFill>
              <a:latin typeface="思源宋体 CN" panose="02020400000000000000" pitchFamily="18" charset="-122"/>
              <a:ea typeface="思源黑体 CN Bold" panose="020B0800000000000000" pitchFamily="34" charset="-122"/>
              <a:sym typeface=""/>
            </a:endParaRP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6C0346D2-76BC-8404-3667-25B5312A87E8}"/>
              </a:ext>
            </a:extLst>
          </p:cNvPr>
          <p:cNvSpPr txBox="1"/>
          <p:nvPr/>
        </p:nvSpPr>
        <p:spPr>
          <a:xfrm>
            <a:off x="3019656" y="2763504"/>
            <a:ext cx="6152687" cy="848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2025 Nobel Physics Prize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9AF4C6FF-CDDF-BC97-5F78-D1E93D1FB0E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16490" y="4110592"/>
            <a:ext cx="5782594" cy="552972"/>
          </a:xfrm>
          <a:prstGeom prst="rect">
            <a:avLst/>
          </a:prstGeom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Arial" panose="020B0604020202020204" pitchFamily="34" charset="0"/>
              </a:rPr>
              <a:t>Quantum Properties on Human Scale</a:t>
            </a:r>
          </a:p>
        </p:txBody>
      </p:sp>
      <p:sp>
        <p:nvSpPr>
          <p:cNvPr id="14" name="ppt_type">
            <a:extLst>
              <a:ext uri="{FF2B5EF4-FFF2-40B4-BE49-F238E27FC236}">
                <a16:creationId xmlns:a16="http://schemas.microsoft.com/office/drawing/2014/main" id="{9D34402D-B1AE-2000-53B3-EEFDBE1179DF}"/>
              </a:ext>
            </a:extLst>
          </p:cNvPr>
          <p:cNvSpPr txBox="1"/>
          <p:nvPr/>
        </p:nvSpPr>
        <p:spPr>
          <a:xfrm>
            <a:off x="2514601" y="1953075"/>
            <a:ext cx="7186374" cy="669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60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Academic Presentation</a:t>
            </a:r>
            <a:endParaRPr lang="zh-CN" altLang="en-US" sz="280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8" name="iconfont-1192-812027">
            <a:extLst>
              <a:ext uri="{FF2B5EF4-FFF2-40B4-BE49-F238E27FC236}">
                <a16:creationId xmlns:a16="http://schemas.microsoft.com/office/drawing/2014/main" id="{4149B5E1-4EBC-F07D-3B40-384733B2A518}"/>
              </a:ext>
            </a:extLst>
          </p:cNvPr>
          <p:cNvSpPr/>
          <p:nvPr/>
        </p:nvSpPr>
        <p:spPr>
          <a:xfrm>
            <a:off x="632235" y="803785"/>
            <a:ext cx="413062" cy="412440"/>
          </a:xfrm>
          <a:custGeom>
            <a:avLst/>
            <a:gdLst>
              <a:gd name="connsiteX0" fmla="*/ 445247 w 609262"/>
              <a:gd name="connsiteY0" fmla="*/ 196101 h 608345"/>
              <a:gd name="connsiteX1" fmla="*/ 577480 w 609262"/>
              <a:gd name="connsiteY1" fmla="*/ 196101 h 608345"/>
              <a:gd name="connsiteX2" fmla="*/ 609262 w 609262"/>
              <a:gd name="connsiteY2" fmla="*/ 227930 h 608345"/>
              <a:gd name="connsiteX3" fmla="*/ 609262 w 609262"/>
              <a:gd name="connsiteY3" fmla="*/ 576612 h 608345"/>
              <a:gd name="connsiteX4" fmla="*/ 577480 w 609262"/>
              <a:gd name="connsiteY4" fmla="*/ 608345 h 608345"/>
              <a:gd name="connsiteX5" fmla="*/ 228262 w 609262"/>
              <a:gd name="connsiteY5" fmla="*/ 608345 h 608345"/>
              <a:gd name="connsiteX6" fmla="*/ 196384 w 609262"/>
              <a:gd name="connsiteY6" fmla="*/ 576612 h 608345"/>
              <a:gd name="connsiteX7" fmla="*/ 196384 w 609262"/>
              <a:gd name="connsiteY7" fmla="*/ 444582 h 608345"/>
              <a:gd name="connsiteX8" fmla="*/ 260044 w 609262"/>
              <a:gd name="connsiteY8" fmla="*/ 444582 h 608345"/>
              <a:gd name="connsiteX9" fmla="*/ 260044 w 609262"/>
              <a:gd name="connsiteY9" fmla="*/ 544878 h 608345"/>
              <a:gd name="connsiteX10" fmla="*/ 545698 w 609262"/>
              <a:gd name="connsiteY10" fmla="*/ 544878 h 608345"/>
              <a:gd name="connsiteX11" fmla="*/ 545698 w 609262"/>
              <a:gd name="connsiteY11" fmla="*/ 259664 h 608345"/>
              <a:gd name="connsiteX12" fmla="*/ 445247 w 609262"/>
              <a:gd name="connsiteY12" fmla="*/ 259664 h 608345"/>
              <a:gd name="connsiteX13" fmla="*/ 19936 w 609262"/>
              <a:gd name="connsiteY13" fmla="*/ 0 h 608345"/>
              <a:gd name="connsiteX14" fmla="*/ 382922 w 609262"/>
              <a:gd name="connsiteY14" fmla="*/ 0 h 608345"/>
              <a:gd name="connsiteX15" fmla="*/ 402858 w 609262"/>
              <a:gd name="connsiteY15" fmla="*/ 19908 h 608345"/>
              <a:gd name="connsiteX16" fmla="*/ 402858 w 609262"/>
              <a:gd name="connsiteY16" fmla="*/ 382386 h 608345"/>
              <a:gd name="connsiteX17" fmla="*/ 382922 w 609262"/>
              <a:gd name="connsiteY17" fmla="*/ 402294 h 608345"/>
              <a:gd name="connsiteX18" fmla="*/ 19936 w 609262"/>
              <a:gd name="connsiteY18" fmla="*/ 402294 h 608345"/>
              <a:gd name="connsiteX19" fmla="*/ 0 w 609262"/>
              <a:gd name="connsiteY19" fmla="*/ 382386 h 608345"/>
              <a:gd name="connsiteX20" fmla="*/ 0 w 609262"/>
              <a:gd name="connsiteY20" fmla="*/ 19908 h 608345"/>
              <a:gd name="connsiteX21" fmla="*/ 19936 w 609262"/>
              <a:gd name="connsiteY21" fmla="*/ 0 h 60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262" h="608345">
                <a:moveTo>
                  <a:pt x="445247" y="196101"/>
                </a:moveTo>
                <a:lnTo>
                  <a:pt x="577480" y="196101"/>
                </a:lnTo>
                <a:cubicBezTo>
                  <a:pt x="595008" y="196101"/>
                  <a:pt x="609262" y="210333"/>
                  <a:pt x="609262" y="227930"/>
                </a:cubicBezTo>
                <a:lnTo>
                  <a:pt x="609262" y="576612"/>
                </a:lnTo>
                <a:cubicBezTo>
                  <a:pt x="609262" y="594113"/>
                  <a:pt x="595008" y="608345"/>
                  <a:pt x="577480" y="608345"/>
                </a:cubicBezTo>
                <a:lnTo>
                  <a:pt x="228262" y="608345"/>
                </a:lnTo>
                <a:cubicBezTo>
                  <a:pt x="210638" y="608345"/>
                  <a:pt x="196384" y="594113"/>
                  <a:pt x="196384" y="576612"/>
                </a:cubicBezTo>
                <a:lnTo>
                  <a:pt x="196384" y="444582"/>
                </a:lnTo>
                <a:lnTo>
                  <a:pt x="260044" y="444582"/>
                </a:lnTo>
                <a:lnTo>
                  <a:pt x="260044" y="544878"/>
                </a:lnTo>
                <a:lnTo>
                  <a:pt x="545698" y="544878"/>
                </a:lnTo>
                <a:lnTo>
                  <a:pt x="545698" y="259664"/>
                </a:lnTo>
                <a:lnTo>
                  <a:pt x="445247" y="259664"/>
                </a:lnTo>
                <a:close/>
                <a:moveTo>
                  <a:pt x="19936" y="0"/>
                </a:moveTo>
                <a:lnTo>
                  <a:pt x="382922" y="0"/>
                </a:lnTo>
                <a:cubicBezTo>
                  <a:pt x="393901" y="0"/>
                  <a:pt x="402858" y="8848"/>
                  <a:pt x="402858" y="19908"/>
                </a:cubicBezTo>
                <a:lnTo>
                  <a:pt x="402858" y="382386"/>
                </a:lnTo>
                <a:cubicBezTo>
                  <a:pt x="402858" y="393350"/>
                  <a:pt x="393901" y="402294"/>
                  <a:pt x="382922" y="402294"/>
                </a:cubicBezTo>
                <a:lnTo>
                  <a:pt x="19936" y="402294"/>
                </a:lnTo>
                <a:cubicBezTo>
                  <a:pt x="8957" y="402294"/>
                  <a:pt x="0" y="393350"/>
                  <a:pt x="0" y="382386"/>
                </a:cubicBezTo>
                <a:lnTo>
                  <a:pt x="0" y="19908"/>
                </a:lnTo>
                <a:cubicBezTo>
                  <a:pt x="0" y="8848"/>
                  <a:pt x="8957" y="0"/>
                  <a:pt x="199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47C3834-A515-0CDF-F105-00BB8AB3872F}"/>
              </a:ext>
            </a:extLst>
          </p:cNvPr>
          <p:cNvGrpSpPr/>
          <p:nvPr/>
        </p:nvGrpSpPr>
        <p:grpSpPr>
          <a:xfrm rot="5400000" flipH="1">
            <a:off x="10693966" y="5521423"/>
            <a:ext cx="292598" cy="1346667"/>
            <a:chOff x="1724433" y="1612606"/>
            <a:chExt cx="241950" cy="1113561"/>
          </a:xfrm>
          <a:solidFill>
            <a:schemeClr val="accent2"/>
          </a:solidFill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77FD0790-3066-C153-FD33-BC259F357C2D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059B105E-508F-B46F-1668-9578045C9181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4E82FBE1-444C-0945-A3C0-B6C58C1F7946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120C62A3-ECD8-F2D6-B70B-3F854E2D6D68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4E69587B-3C2E-07A2-28BB-8C5CC0A6955F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9E26F675-BCFA-1C0B-5F5E-4AC3F667D2F6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75798940-E186-53FA-DE9B-214DD91FD9E4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00AE2970-57F5-966F-D41A-842A6F6E01CD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8B1C99E1-D508-E380-B84D-1305A428205A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1BD8E19-9FD7-6B1C-C6C2-7EF1C038041F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953865A8-419E-3C8A-CD12-718520DEF771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58C6AC17-620F-B33A-56FC-E1B8F1C58D31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561AB02E-E6B0-8D57-FBD2-663F14E71DE8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57D8F31-652F-521B-BB22-791F65ED4E0E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71B40D23-3769-3BE6-6C23-26682D0DC9B2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0031E098-2E73-6E34-5251-C1B516BA7A95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DDA15745-D799-918C-807E-0754CEE20FE4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82464234-58BA-5C0A-CFBB-BF65A66E5769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9" name="íṧ1iḑê">
            <a:extLst>
              <a:ext uri="{FF2B5EF4-FFF2-40B4-BE49-F238E27FC236}">
                <a16:creationId xmlns:a16="http://schemas.microsoft.com/office/drawing/2014/main" id="{0188DA66-2999-A5EC-15BC-EC47775EE42D}"/>
              </a:ext>
            </a:extLst>
          </p:cNvPr>
          <p:cNvSpPr/>
          <p:nvPr/>
        </p:nvSpPr>
        <p:spPr>
          <a:xfrm rot="3717444" flipH="1">
            <a:off x="10947569" y="-335750"/>
            <a:ext cx="2766534" cy="2703498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359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"/>
          <p:cNvSpPr txBox="1">
            <a:spLocks noChangeArrowheads="1"/>
          </p:cNvSpPr>
          <p:nvPr/>
        </p:nvSpPr>
        <p:spPr bwMode="auto">
          <a:xfrm>
            <a:off x="3322430" y="3271822"/>
            <a:ext cx="556341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Introduction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776B01E-CE9F-E483-94E2-AD9AA890244E}"/>
              </a:ext>
            </a:extLst>
          </p:cNvPr>
          <p:cNvGrpSpPr/>
          <p:nvPr/>
        </p:nvGrpSpPr>
        <p:grpSpPr>
          <a:xfrm>
            <a:off x="5258884" y="1354667"/>
            <a:ext cx="1690508" cy="1690508"/>
            <a:chOff x="5254932" y="1151031"/>
            <a:chExt cx="1690508" cy="1690508"/>
          </a:xfrm>
        </p:grpSpPr>
        <p:sp>
          <p:nvSpPr>
            <p:cNvPr id="30" name="îśḻiďè">
              <a:extLst>
                <a:ext uri="{FF2B5EF4-FFF2-40B4-BE49-F238E27FC236}">
                  <a16:creationId xmlns:a16="http://schemas.microsoft.com/office/drawing/2014/main" id="{189FFE6D-9BB7-D63F-4A4A-F8B436D67321}"/>
                </a:ext>
              </a:extLst>
            </p:cNvPr>
            <p:cNvSpPr/>
            <p:nvPr/>
          </p:nvSpPr>
          <p:spPr>
            <a:xfrm rot="5400000" flipH="1">
              <a:off x="5254932" y="1151031"/>
              <a:ext cx="1690508" cy="1690508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38" name="section_no"/>
            <p:cNvSpPr>
              <a:spLocks noChangeArrowheads="1"/>
            </p:cNvSpPr>
            <p:nvPr/>
          </p:nvSpPr>
          <p:spPr bwMode="auto">
            <a:xfrm>
              <a:off x="5558156" y="1434368"/>
              <a:ext cx="1091966" cy="1123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6000" b="1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Arial" panose="020B0604020202020204" pitchFamily="34" charset="0"/>
                </a:rPr>
                <a:t>01</a:t>
              </a:r>
            </a:p>
          </p:txBody>
        </p:sp>
      </p:grpSp>
      <p:sp>
        <p:nvSpPr>
          <p:cNvPr id="18" name="subtitle">
            <a:extLst>
              <a:ext uri="{FF2B5EF4-FFF2-40B4-BE49-F238E27FC236}">
                <a16:creationId xmlns:a16="http://schemas.microsoft.com/office/drawing/2014/main" id="{B8A180D0-ED00-4497-8C88-B3FB1A6817F4}"/>
              </a:ext>
            </a:extLst>
          </p:cNvPr>
          <p:cNvSpPr txBox="1"/>
          <p:nvPr/>
        </p:nvSpPr>
        <p:spPr>
          <a:xfrm>
            <a:off x="3542284" y="4457956"/>
            <a:ext cx="5107432" cy="5168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 CN" panose="02020400000000000000" pitchFamily="18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Macroscopic Quantum Effects</a:t>
            </a:r>
          </a:p>
        </p:txBody>
      </p:sp>
      <p:sp>
        <p:nvSpPr>
          <p:cNvPr id="58" name="iconfont-1192-812027">
            <a:extLst>
              <a:ext uri="{FF2B5EF4-FFF2-40B4-BE49-F238E27FC236}">
                <a16:creationId xmlns:a16="http://schemas.microsoft.com/office/drawing/2014/main" id="{F0CA0E6C-2384-46DA-AF08-95A639F368C0}"/>
              </a:ext>
            </a:extLst>
          </p:cNvPr>
          <p:cNvSpPr/>
          <p:nvPr/>
        </p:nvSpPr>
        <p:spPr>
          <a:xfrm>
            <a:off x="11105838" y="676585"/>
            <a:ext cx="413062" cy="412440"/>
          </a:xfrm>
          <a:custGeom>
            <a:avLst/>
            <a:gdLst>
              <a:gd name="connsiteX0" fmla="*/ 445247 w 609262"/>
              <a:gd name="connsiteY0" fmla="*/ 196101 h 608345"/>
              <a:gd name="connsiteX1" fmla="*/ 577480 w 609262"/>
              <a:gd name="connsiteY1" fmla="*/ 196101 h 608345"/>
              <a:gd name="connsiteX2" fmla="*/ 609262 w 609262"/>
              <a:gd name="connsiteY2" fmla="*/ 227930 h 608345"/>
              <a:gd name="connsiteX3" fmla="*/ 609262 w 609262"/>
              <a:gd name="connsiteY3" fmla="*/ 576612 h 608345"/>
              <a:gd name="connsiteX4" fmla="*/ 577480 w 609262"/>
              <a:gd name="connsiteY4" fmla="*/ 608345 h 608345"/>
              <a:gd name="connsiteX5" fmla="*/ 228262 w 609262"/>
              <a:gd name="connsiteY5" fmla="*/ 608345 h 608345"/>
              <a:gd name="connsiteX6" fmla="*/ 196384 w 609262"/>
              <a:gd name="connsiteY6" fmla="*/ 576612 h 608345"/>
              <a:gd name="connsiteX7" fmla="*/ 196384 w 609262"/>
              <a:gd name="connsiteY7" fmla="*/ 444582 h 608345"/>
              <a:gd name="connsiteX8" fmla="*/ 260044 w 609262"/>
              <a:gd name="connsiteY8" fmla="*/ 444582 h 608345"/>
              <a:gd name="connsiteX9" fmla="*/ 260044 w 609262"/>
              <a:gd name="connsiteY9" fmla="*/ 544878 h 608345"/>
              <a:gd name="connsiteX10" fmla="*/ 545698 w 609262"/>
              <a:gd name="connsiteY10" fmla="*/ 544878 h 608345"/>
              <a:gd name="connsiteX11" fmla="*/ 545698 w 609262"/>
              <a:gd name="connsiteY11" fmla="*/ 259664 h 608345"/>
              <a:gd name="connsiteX12" fmla="*/ 445247 w 609262"/>
              <a:gd name="connsiteY12" fmla="*/ 259664 h 608345"/>
              <a:gd name="connsiteX13" fmla="*/ 19936 w 609262"/>
              <a:gd name="connsiteY13" fmla="*/ 0 h 608345"/>
              <a:gd name="connsiteX14" fmla="*/ 382922 w 609262"/>
              <a:gd name="connsiteY14" fmla="*/ 0 h 608345"/>
              <a:gd name="connsiteX15" fmla="*/ 402858 w 609262"/>
              <a:gd name="connsiteY15" fmla="*/ 19908 h 608345"/>
              <a:gd name="connsiteX16" fmla="*/ 402858 w 609262"/>
              <a:gd name="connsiteY16" fmla="*/ 382386 h 608345"/>
              <a:gd name="connsiteX17" fmla="*/ 382922 w 609262"/>
              <a:gd name="connsiteY17" fmla="*/ 402294 h 608345"/>
              <a:gd name="connsiteX18" fmla="*/ 19936 w 609262"/>
              <a:gd name="connsiteY18" fmla="*/ 402294 h 608345"/>
              <a:gd name="connsiteX19" fmla="*/ 0 w 609262"/>
              <a:gd name="connsiteY19" fmla="*/ 382386 h 608345"/>
              <a:gd name="connsiteX20" fmla="*/ 0 w 609262"/>
              <a:gd name="connsiteY20" fmla="*/ 19908 h 608345"/>
              <a:gd name="connsiteX21" fmla="*/ 19936 w 609262"/>
              <a:gd name="connsiteY21" fmla="*/ 0 h 60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262" h="608345">
                <a:moveTo>
                  <a:pt x="445247" y="196101"/>
                </a:moveTo>
                <a:lnTo>
                  <a:pt x="577480" y="196101"/>
                </a:lnTo>
                <a:cubicBezTo>
                  <a:pt x="595008" y="196101"/>
                  <a:pt x="609262" y="210333"/>
                  <a:pt x="609262" y="227930"/>
                </a:cubicBezTo>
                <a:lnTo>
                  <a:pt x="609262" y="576612"/>
                </a:lnTo>
                <a:cubicBezTo>
                  <a:pt x="609262" y="594113"/>
                  <a:pt x="595008" y="608345"/>
                  <a:pt x="577480" y="608345"/>
                </a:cubicBezTo>
                <a:lnTo>
                  <a:pt x="228262" y="608345"/>
                </a:lnTo>
                <a:cubicBezTo>
                  <a:pt x="210638" y="608345"/>
                  <a:pt x="196384" y="594113"/>
                  <a:pt x="196384" y="576612"/>
                </a:cubicBezTo>
                <a:lnTo>
                  <a:pt x="196384" y="444582"/>
                </a:lnTo>
                <a:lnTo>
                  <a:pt x="260044" y="444582"/>
                </a:lnTo>
                <a:lnTo>
                  <a:pt x="260044" y="544878"/>
                </a:lnTo>
                <a:lnTo>
                  <a:pt x="545698" y="544878"/>
                </a:lnTo>
                <a:lnTo>
                  <a:pt x="545698" y="259664"/>
                </a:lnTo>
                <a:lnTo>
                  <a:pt x="445247" y="259664"/>
                </a:lnTo>
                <a:close/>
                <a:moveTo>
                  <a:pt x="19936" y="0"/>
                </a:moveTo>
                <a:lnTo>
                  <a:pt x="382922" y="0"/>
                </a:lnTo>
                <a:cubicBezTo>
                  <a:pt x="393901" y="0"/>
                  <a:pt x="402858" y="8848"/>
                  <a:pt x="402858" y="19908"/>
                </a:cubicBezTo>
                <a:lnTo>
                  <a:pt x="402858" y="382386"/>
                </a:lnTo>
                <a:cubicBezTo>
                  <a:pt x="402858" y="393350"/>
                  <a:pt x="393901" y="402294"/>
                  <a:pt x="382922" y="402294"/>
                </a:cubicBezTo>
                <a:lnTo>
                  <a:pt x="19936" y="402294"/>
                </a:lnTo>
                <a:cubicBezTo>
                  <a:pt x="8957" y="402294"/>
                  <a:pt x="0" y="393350"/>
                  <a:pt x="0" y="382386"/>
                </a:cubicBezTo>
                <a:lnTo>
                  <a:pt x="0" y="19908"/>
                </a:lnTo>
                <a:cubicBezTo>
                  <a:pt x="0" y="8848"/>
                  <a:pt x="8957" y="0"/>
                  <a:pt x="199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5FA3E914-C164-4BF2-ACD1-720314A5ECE8}"/>
              </a:ext>
            </a:extLst>
          </p:cNvPr>
          <p:cNvGrpSpPr/>
          <p:nvPr/>
        </p:nvGrpSpPr>
        <p:grpSpPr>
          <a:xfrm rot="5400000" flipH="1">
            <a:off x="1189310" y="5460766"/>
            <a:ext cx="292598" cy="1346667"/>
            <a:chOff x="1724433" y="1612606"/>
            <a:chExt cx="241950" cy="1113561"/>
          </a:xfrm>
          <a:solidFill>
            <a:schemeClr val="accent2"/>
          </a:solidFill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E306BE01-C43C-433B-B5AB-5957FA3ADA8F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569C2B12-5DE7-4190-AF2E-39B7A8629217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517CADFB-DDDB-437C-A1E1-CD9BB7B63F09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4479E5D8-8CCD-4AED-9FA0-A68EB27EDAC2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656FC442-7A2A-4818-870F-C6113265F5B8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FBC4251F-566A-4569-AAAA-C5973D8F12A7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C4E78EA2-B42B-40FD-930A-30DB963E89F2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10121E58-DBDF-4889-A1C6-A4D59EF7EE7C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14DDA557-95A1-4D45-A635-A6AA8AEC0283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7D21E0D0-07E1-426F-902C-F5386465DAD3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1CD214AE-A04F-4DAF-91B6-4FEED3CA446A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D392E9C4-24BF-4B4D-94E4-C47677454428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92CCDEC3-FA16-4FD6-880B-5581190B3E83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89ED4752-703E-418E-BB9B-87338A5079E2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84B65BEE-95B6-4F64-BF25-88A9376E5988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EA40A5FC-B2B2-4A90-8E71-737634D29F48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20BBF7BF-624E-4C1B-8F3A-9DCCF027ECE6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D3E216AF-5FFB-4697-A339-15AE1902FE29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íṧ1iḑê">
            <a:extLst>
              <a:ext uri="{FF2B5EF4-FFF2-40B4-BE49-F238E27FC236}">
                <a16:creationId xmlns:a16="http://schemas.microsoft.com/office/drawing/2014/main" id="{950C257B-2DE8-0BBB-60FE-77AF020FB7C4}"/>
              </a:ext>
            </a:extLst>
          </p:cNvPr>
          <p:cNvSpPr/>
          <p:nvPr/>
        </p:nvSpPr>
        <p:spPr>
          <a:xfrm rot="17882556" flipH="1" flipV="1">
            <a:off x="472364" y="-1203952"/>
            <a:ext cx="2352478" cy="2298876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34" name="îSḻiḋé">
            <a:extLst>
              <a:ext uri="{FF2B5EF4-FFF2-40B4-BE49-F238E27FC236}">
                <a16:creationId xmlns:a16="http://schemas.microsoft.com/office/drawing/2014/main" id="{09BB31A4-2D83-FA54-57FB-8620A9A186F3}"/>
              </a:ext>
            </a:extLst>
          </p:cNvPr>
          <p:cNvSpPr/>
          <p:nvPr/>
        </p:nvSpPr>
        <p:spPr>
          <a:xfrm flipV="1">
            <a:off x="0" y="-15947"/>
            <a:ext cx="617828" cy="3175126"/>
          </a:xfrm>
          <a:custGeom>
            <a:avLst/>
            <a:gdLst>
              <a:gd name="connsiteX0" fmla="*/ 0 w 471948"/>
              <a:gd name="connsiteY0" fmla="*/ 2425423 h 2425423"/>
              <a:gd name="connsiteX1" fmla="*/ 471948 w 471948"/>
              <a:gd name="connsiteY1" fmla="*/ 1953475 h 2425423"/>
              <a:gd name="connsiteX2" fmla="*/ 471948 w 471948"/>
              <a:gd name="connsiteY2" fmla="*/ 471948 h 2425423"/>
              <a:gd name="connsiteX3" fmla="*/ 0 w 471948"/>
              <a:gd name="connsiteY3" fmla="*/ 0 h 24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" h="2425423">
                <a:moveTo>
                  <a:pt x="0" y="2425423"/>
                </a:moveTo>
                <a:cubicBezTo>
                  <a:pt x="260650" y="2425423"/>
                  <a:pt x="471948" y="2214125"/>
                  <a:pt x="471948" y="1953475"/>
                </a:cubicBezTo>
                <a:lnTo>
                  <a:pt x="471948" y="471948"/>
                </a:lnTo>
                <a:cubicBezTo>
                  <a:pt x="471948" y="211298"/>
                  <a:pt x="260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35" name="iṧḷíďè">
            <a:extLst>
              <a:ext uri="{FF2B5EF4-FFF2-40B4-BE49-F238E27FC236}">
                <a16:creationId xmlns:a16="http://schemas.microsoft.com/office/drawing/2014/main" id="{04A42DD6-3A30-E934-8B66-6A5B4B9EFA9A}"/>
              </a:ext>
            </a:extLst>
          </p:cNvPr>
          <p:cNvSpPr/>
          <p:nvPr/>
        </p:nvSpPr>
        <p:spPr>
          <a:xfrm flipH="1" flipV="1">
            <a:off x="6344" y="10517"/>
            <a:ext cx="5807985" cy="2463032"/>
          </a:xfrm>
          <a:custGeom>
            <a:avLst/>
            <a:gdLst>
              <a:gd name="connsiteX0" fmla="*/ 5807796 w 5807985"/>
              <a:gd name="connsiteY0" fmla="*/ 43921 h 2463032"/>
              <a:gd name="connsiteX1" fmla="*/ 5061375 w 5807985"/>
              <a:gd name="connsiteY1" fmla="*/ 136964 h 2463032"/>
              <a:gd name="connsiteX2" fmla="*/ 4374333 w 5807985"/>
              <a:gd name="connsiteY2" fmla="*/ 1040537 h 2463032"/>
              <a:gd name="connsiteX3" fmla="*/ 4368849 w 5807985"/>
              <a:gd name="connsiteY3" fmla="*/ 1051506 h 2463032"/>
              <a:gd name="connsiteX4" fmla="*/ 3716793 w 5807985"/>
              <a:gd name="connsiteY4" fmla="*/ 1963589 h 2463032"/>
              <a:gd name="connsiteX5" fmla="*/ 2393581 w 5807985"/>
              <a:gd name="connsiteY5" fmla="*/ 2209434 h 2463032"/>
              <a:gd name="connsiteX6" fmla="*/ 1938391 w 5807985"/>
              <a:gd name="connsiteY6" fmla="*/ 2143623 h 2463032"/>
              <a:gd name="connsiteX7" fmla="*/ 1022146 w 5807985"/>
              <a:gd name="connsiteY7" fmla="*/ 2057010 h 2463032"/>
              <a:gd name="connsiteX8" fmla="*/ 345128 w 5807985"/>
              <a:gd name="connsiteY8" fmla="*/ 2217566 h 2463032"/>
              <a:gd name="connsiteX9" fmla="*/ 0 w 5807985"/>
              <a:gd name="connsiteY9" fmla="*/ 2463032 h 2463032"/>
              <a:gd name="connsiteX10" fmla="*/ 12860 w 5807985"/>
              <a:gd name="connsiteY10" fmla="*/ 2463032 h 2463032"/>
              <a:gd name="connsiteX11" fmla="*/ 349289 w 5807985"/>
              <a:gd name="connsiteY11" fmla="*/ 2225698 h 2463032"/>
              <a:gd name="connsiteX12" fmla="*/ 1022714 w 5807985"/>
              <a:gd name="connsiteY12" fmla="*/ 2066088 h 2463032"/>
              <a:gd name="connsiteX13" fmla="*/ 1937256 w 5807985"/>
              <a:gd name="connsiteY13" fmla="*/ 2152511 h 2463032"/>
              <a:gd name="connsiteX14" fmla="*/ 2392825 w 5807985"/>
              <a:gd name="connsiteY14" fmla="*/ 2218511 h 2463032"/>
              <a:gd name="connsiteX15" fmla="*/ 3722466 w 5807985"/>
              <a:gd name="connsiteY15" fmla="*/ 1970965 h 2463032"/>
              <a:gd name="connsiteX16" fmla="*/ 4377359 w 5807985"/>
              <a:gd name="connsiteY16" fmla="*/ 1055477 h 2463032"/>
              <a:gd name="connsiteX17" fmla="*/ 4382843 w 5807985"/>
              <a:gd name="connsiteY17" fmla="*/ 1044509 h 2463032"/>
              <a:gd name="connsiteX18" fmla="*/ 5066480 w 5807985"/>
              <a:gd name="connsiteY18" fmla="*/ 144528 h 2463032"/>
              <a:gd name="connsiteX19" fmla="*/ 5807985 w 5807985"/>
              <a:gd name="connsiteY19" fmla="*/ 53377 h 2463032"/>
              <a:gd name="connsiteX20" fmla="*/ 5807985 w 5807985"/>
              <a:gd name="connsiteY20" fmla="*/ 43921 h 2463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807985" h="2463032">
                <a:moveTo>
                  <a:pt x="5807796" y="43921"/>
                </a:moveTo>
                <a:cubicBezTo>
                  <a:pt x="5570651" y="-41368"/>
                  <a:pt x="5273935" y="1749"/>
                  <a:pt x="5061375" y="136964"/>
                </a:cubicBezTo>
                <a:cubicBezTo>
                  <a:pt x="4745369" y="338178"/>
                  <a:pt x="4556069" y="679146"/>
                  <a:pt x="4374333" y="1040537"/>
                </a:cubicBezTo>
                <a:lnTo>
                  <a:pt x="4368849" y="1051506"/>
                </a:lnTo>
                <a:cubicBezTo>
                  <a:pt x="4198270" y="1390961"/>
                  <a:pt x="4021829" y="1741951"/>
                  <a:pt x="3716793" y="1963589"/>
                </a:cubicBezTo>
                <a:cubicBezTo>
                  <a:pt x="3400977" y="2193170"/>
                  <a:pt x="2968101" y="2273543"/>
                  <a:pt x="2393581" y="2209434"/>
                </a:cubicBezTo>
                <a:cubicBezTo>
                  <a:pt x="2241536" y="2192414"/>
                  <a:pt x="2087410" y="2167640"/>
                  <a:pt x="1938391" y="2143623"/>
                </a:cubicBezTo>
                <a:cubicBezTo>
                  <a:pt x="1639027" y="2095400"/>
                  <a:pt x="1329641" y="2045475"/>
                  <a:pt x="1022146" y="2057010"/>
                </a:cubicBezTo>
                <a:cubicBezTo>
                  <a:pt x="778193" y="2066277"/>
                  <a:pt x="544073" y="2121686"/>
                  <a:pt x="345128" y="2217566"/>
                </a:cubicBezTo>
                <a:cubicBezTo>
                  <a:pt x="208022" y="2283566"/>
                  <a:pt x="92665" y="2365829"/>
                  <a:pt x="0" y="2463032"/>
                </a:cubicBezTo>
                <a:lnTo>
                  <a:pt x="12860" y="2463032"/>
                </a:lnTo>
                <a:cubicBezTo>
                  <a:pt x="103822" y="2369233"/>
                  <a:pt x="216154" y="2289806"/>
                  <a:pt x="349289" y="2225698"/>
                </a:cubicBezTo>
                <a:cubicBezTo>
                  <a:pt x="547099" y="2130575"/>
                  <a:pt x="779895" y="2075354"/>
                  <a:pt x="1022714" y="2066088"/>
                </a:cubicBezTo>
                <a:cubicBezTo>
                  <a:pt x="1329452" y="2054363"/>
                  <a:pt x="1638460" y="2104288"/>
                  <a:pt x="1937256" y="2152511"/>
                </a:cubicBezTo>
                <a:cubicBezTo>
                  <a:pt x="2086465" y="2176529"/>
                  <a:pt x="2240591" y="2201491"/>
                  <a:pt x="2392825" y="2218511"/>
                </a:cubicBezTo>
                <a:cubicBezTo>
                  <a:pt x="2969803" y="2282998"/>
                  <a:pt x="3404759" y="2201870"/>
                  <a:pt x="3722466" y="1970965"/>
                </a:cubicBezTo>
                <a:cubicBezTo>
                  <a:pt x="4029394" y="1747813"/>
                  <a:pt x="4206213" y="1395877"/>
                  <a:pt x="4377359" y="1055477"/>
                </a:cubicBezTo>
                <a:lnTo>
                  <a:pt x="4382843" y="1044509"/>
                </a:lnTo>
                <a:cubicBezTo>
                  <a:pt x="4563823" y="684441"/>
                  <a:pt x="4752367" y="344608"/>
                  <a:pt x="5066480" y="144528"/>
                </a:cubicBezTo>
                <a:cubicBezTo>
                  <a:pt x="5277717" y="10070"/>
                  <a:pt x="5573110" y="-32480"/>
                  <a:pt x="5807985" y="53377"/>
                </a:cubicBezTo>
                <a:lnTo>
                  <a:pt x="5807985" y="43921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39" name="ïŝliďê">
            <a:extLst>
              <a:ext uri="{FF2B5EF4-FFF2-40B4-BE49-F238E27FC236}">
                <a16:creationId xmlns:a16="http://schemas.microsoft.com/office/drawing/2014/main" id="{D9949E5E-6B28-68C8-0E4E-606378EDFBF5}"/>
              </a:ext>
            </a:extLst>
          </p:cNvPr>
          <p:cNvSpPr/>
          <p:nvPr/>
        </p:nvSpPr>
        <p:spPr>
          <a:xfrm rot="9293031">
            <a:off x="7935210" y="5963823"/>
            <a:ext cx="4122207" cy="1755429"/>
          </a:xfrm>
          <a:custGeom>
            <a:avLst/>
            <a:gdLst>
              <a:gd name="connsiteX0" fmla="*/ 4122208 w 4122207"/>
              <a:gd name="connsiteY0" fmla="*/ 1684350 h 1755429"/>
              <a:gd name="connsiteX1" fmla="*/ 3338009 w 4122207"/>
              <a:gd name="connsiteY1" fmla="*/ 1643275 h 1755429"/>
              <a:gd name="connsiteX2" fmla="*/ 3029514 w 4122207"/>
              <a:gd name="connsiteY2" fmla="*/ 1450137 h 1755429"/>
              <a:gd name="connsiteX3" fmla="*/ 2596340 w 4122207"/>
              <a:gd name="connsiteY3" fmla="*/ 1208933 h 1755429"/>
              <a:gd name="connsiteX4" fmla="*/ 1629783 w 4122207"/>
              <a:gd name="connsiteY4" fmla="*/ 1354297 h 1755429"/>
              <a:gd name="connsiteX5" fmla="*/ 674295 w 4122207"/>
              <a:gd name="connsiteY5" fmla="*/ 1500243 h 1755429"/>
              <a:gd name="connsiteX6" fmla="*/ 33710 w 4122207"/>
              <a:gd name="connsiteY6" fmla="*/ 695646 h 1755429"/>
              <a:gd name="connsiteX7" fmla="*/ 66337 w 4122207"/>
              <a:gd name="connsiteY7" fmla="*/ 0 h 1755429"/>
              <a:gd name="connsiteX8" fmla="*/ 52063 w 4122207"/>
              <a:gd name="connsiteY8" fmla="*/ 0 h 1755429"/>
              <a:gd name="connsiteX9" fmla="*/ 20019 w 4122207"/>
              <a:gd name="connsiteY9" fmla="*/ 697977 h 1755429"/>
              <a:gd name="connsiteX10" fmla="*/ 670508 w 4122207"/>
              <a:gd name="connsiteY10" fmla="*/ 1513934 h 1755429"/>
              <a:gd name="connsiteX11" fmla="*/ 1634735 w 4122207"/>
              <a:gd name="connsiteY11" fmla="*/ 1367697 h 1755429"/>
              <a:gd name="connsiteX12" fmla="*/ 2592262 w 4122207"/>
              <a:gd name="connsiteY12" fmla="*/ 1222625 h 1755429"/>
              <a:gd name="connsiteX13" fmla="*/ 3021358 w 4122207"/>
              <a:gd name="connsiteY13" fmla="*/ 1461790 h 1755429"/>
              <a:gd name="connsiteX14" fmla="*/ 3331891 w 4122207"/>
              <a:gd name="connsiteY14" fmla="*/ 1656093 h 1755429"/>
              <a:gd name="connsiteX15" fmla="*/ 3781961 w 4122207"/>
              <a:gd name="connsiteY15" fmla="*/ 1755429 h 1755429"/>
              <a:gd name="connsiteX16" fmla="*/ 4122208 w 4122207"/>
              <a:gd name="connsiteY16" fmla="*/ 1699498 h 1755429"/>
              <a:gd name="connsiteX17" fmla="*/ 4122208 w 4122207"/>
              <a:gd name="connsiteY17" fmla="*/ 1684350 h 175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22207" h="1755429">
                <a:moveTo>
                  <a:pt x="4122208" y="1684350"/>
                </a:moveTo>
                <a:cubicBezTo>
                  <a:pt x="3869644" y="1772325"/>
                  <a:pt x="3579502" y="1757760"/>
                  <a:pt x="3338009" y="1643275"/>
                </a:cubicBezTo>
                <a:cubicBezTo>
                  <a:pt x="3229060" y="1591422"/>
                  <a:pt x="3127685" y="1519760"/>
                  <a:pt x="3029514" y="1450137"/>
                </a:cubicBezTo>
                <a:cubicBezTo>
                  <a:pt x="2895222" y="1354879"/>
                  <a:pt x="2756268" y="1256417"/>
                  <a:pt x="2596340" y="1208933"/>
                </a:cubicBezTo>
                <a:cubicBezTo>
                  <a:pt x="2277068" y="1114258"/>
                  <a:pt x="1947891" y="1236316"/>
                  <a:pt x="1629783" y="1354297"/>
                </a:cubicBezTo>
                <a:cubicBezTo>
                  <a:pt x="1314588" y="1471112"/>
                  <a:pt x="988616" y="1592005"/>
                  <a:pt x="674295" y="1500243"/>
                </a:cubicBezTo>
                <a:cubicBezTo>
                  <a:pt x="307831" y="1393332"/>
                  <a:pt x="88476" y="1019000"/>
                  <a:pt x="33710" y="695646"/>
                </a:cubicBezTo>
                <a:cubicBezTo>
                  <a:pt x="-5907" y="460560"/>
                  <a:pt x="18854" y="220230"/>
                  <a:pt x="66337" y="0"/>
                </a:cubicBezTo>
                <a:lnTo>
                  <a:pt x="52063" y="0"/>
                </a:lnTo>
                <a:cubicBezTo>
                  <a:pt x="4580" y="220812"/>
                  <a:pt x="-19890" y="462016"/>
                  <a:pt x="20019" y="697977"/>
                </a:cubicBezTo>
                <a:cubicBezTo>
                  <a:pt x="75367" y="1025700"/>
                  <a:pt x="298217" y="1405276"/>
                  <a:pt x="670508" y="1513934"/>
                </a:cubicBezTo>
                <a:cubicBezTo>
                  <a:pt x="989198" y="1606862"/>
                  <a:pt x="1317502" y="1485386"/>
                  <a:pt x="1634735" y="1367697"/>
                </a:cubicBezTo>
                <a:cubicBezTo>
                  <a:pt x="1950804" y="1250591"/>
                  <a:pt x="2277359" y="1129406"/>
                  <a:pt x="2592262" y="1222625"/>
                </a:cubicBezTo>
                <a:cubicBezTo>
                  <a:pt x="2750151" y="1269526"/>
                  <a:pt x="2887939" y="1367114"/>
                  <a:pt x="3021358" y="1461790"/>
                </a:cubicBezTo>
                <a:cubicBezTo>
                  <a:pt x="3119820" y="1531704"/>
                  <a:pt x="3221777" y="1603657"/>
                  <a:pt x="3331891" y="1656093"/>
                </a:cubicBezTo>
                <a:cubicBezTo>
                  <a:pt x="3471136" y="1722220"/>
                  <a:pt x="3626694" y="1755429"/>
                  <a:pt x="3781961" y="1755429"/>
                </a:cubicBezTo>
                <a:cubicBezTo>
                  <a:pt x="3897610" y="1755429"/>
                  <a:pt x="4013259" y="1736786"/>
                  <a:pt x="4122208" y="1699498"/>
                </a:cubicBezTo>
                <a:lnTo>
                  <a:pt x="4122208" y="1684350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40" name="ï$1iďê">
            <a:extLst>
              <a:ext uri="{FF2B5EF4-FFF2-40B4-BE49-F238E27FC236}">
                <a16:creationId xmlns:a16="http://schemas.microsoft.com/office/drawing/2014/main" id="{DD696183-E616-7F88-3D76-A71B6C17AC08}"/>
              </a:ext>
            </a:extLst>
          </p:cNvPr>
          <p:cNvSpPr/>
          <p:nvPr/>
        </p:nvSpPr>
        <p:spPr>
          <a:xfrm rot="16200000" flipV="1">
            <a:off x="10959570" y="3729022"/>
            <a:ext cx="1625600" cy="812800"/>
          </a:xfrm>
          <a:custGeom>
            <a:avLst/>
            <a:gdLst>
              <a:gd name="connsiteX0" fmla="*/ 0 w 1625600"/>
              <a:gd name="connsiteY0" fmla="*/ 0 h 812800"/>
              <a:gd name="connsiteX1" fmla="*/ 146743 w 1625600"/>
              <a:gd name="connsiteY1" fmla="*/ 0 h 812800"/>
              <a:gd name="connsiteX2" fmla="*/ 812800 w 1625600"/>
              <a:gd name="connsiteY2" fmla="*/ 666057 h 812800"/>
              <a:gd name="connsiteX3" fmla="*/ 1478857 w 1625600"/>
              <a:gd name="connsiteY3" fmla="*/ 0 h 812800"/>
              <a:gd name="connsiteX4" fmla="*/ 1625600 w 1625600"/>
              <a:gd name="connsiteY4" fmla="*/ 0 h 812800"/>
              <a:gd name="connsiteX5" fmla="*/ 812800 w 1625600"/>
              <a:gd name="connsiteY5" fmla="*/ 812800 h 812800"/>
              <a:gd name="connsiteX6" fmla="*/ 0 w 1625600"/>
              <a:gd name="connsiteY6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0" h="812800">
                <a:moveTo>
                  <a:pt x="0" y="0"/>
                </a:moveTo>
                <a:lnTo>
                  <a:pt x="146743" y="0"/>
                </a:lnTo>
                <a:cubicBezTo>
                  <a:pt x="146743" y="367853"/>
                  <a:pt x="444947" y="666057"/>
                  <a:pt x="812800" y="666057"/>
                </a:cubicBezTo>
                <a:cubicBezTo>
                  <a:pt x="1180653" y="666057"/>
                  <a:pt x="1478857" y="367853"/>
                  <a:pt x="1478857" y="0"/>
                </a:cubicBezTo>
                <a:lnTo>
                  <a:pt x="1625600" y="0"/>
                </a:lnTo>
                <a:cubicBezTo>
                  <a:pt x="1625600" y="448897"/>
                  <a:pt x="1261697" y="812800"/>
                  <a:pt x="812800" y="812800"/>
                </a:cubicBezTo>
                <a:cubicBezTo>
                  <a:pt x="363903" y="812800"/>
                  <a:pt x="0" y="448897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41" name="îṥ1íḓé">
            <a:extLst>
              <a:ext uri="{FF2B5EF4-FFF2-40B4-BE49-F238E27FC236}">
                <a16:creationId xmlns:a16="http://schemas.microsoft.com/office/drawing/2014/main" id="{327A7734-E2A2-E410-4ADF-A4CBCCB5F92B}"/>
              </a:ext>
            </a:extLst>
          </p:cNvPr>
          <p:cNvSpPr/>
          <p:nvPr/>
        </p:nvSpPr>
        <p:spPr>
          <a:xfrm>
            <a:off x="10575004" y="4716392"/>
            <a:ext cx="943896" cy="24254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42" name="íṧ1iḑê">
            <a:extLst>
              <a:ext uri="{FF2B5EF4-FFF2-40B4-BE49-F238E27FC236}">
                <a16:creationId xmlns:a16="http://schemas.microsoft.com/office/drawing/2014/main" id="{98B2946A-5465-6521-24B8-1B79CE9ACC22}"/>
              </a:ext>
            </a:extLst>
          </p:cNvPr>
          <p:cNvSpPr/>
          <p:nvPr/>
        </p:nvSpPr>
        <p:spPr>
          <a:xfrm rot="17882556" flipH="1" flipV="1">
            <a:off x="8284291" y="5824929"/>
            <a:ext cx="2162973" cy="2113689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>
            <a:extLst>
              <a:ext uri="{FF2B5EF4-FFF2-40B4-BE49-F238E27FC236}">
                <a16:creationId xmlns:a16="http://schemas.microsoft.com/office/drawing/2014/main" id="{A03B64E7-2A5B-F8A8-0870-3725EE785F7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dirty="0"/>
          </a:p>
          <a:p>
            <a:r>
              <a:rPr dirty="0"/>
              <a:t>John Clarke: Born 1942 in Cambridge, UK. Professor at UC Berkeley.</a:t>
            </a:r>
          </a:p>
          <a:p>
            <a:r>
              <a:rPr dirty="0"/>
              <a:t>Michel H. </a:t>
            </a:r>
            <a:r>
              <a:rPr dirty="0" err="1"/>
              <a:t>Devoret</a:t>
            </a:r>
            <a:r>
              <a:rPr dirty="0"/>
              <a:t>: Born 1953 in Paris, France. Professor at Yale and UC Santa Barbara.</a:t>
            </a:r>
          </a:p>
          <a:p>
            <a:r>
              <a:rPr dirty="0"/>
              <a:t>John M. Martinis: Born 1958. Professor at UC Santa Barbara and CTO at </a:t>
            </a:r>
            <a:r>
              <a:rPr dirty="0" err="1"/>
              <a:t>Qolab</a:t>
            </a:r>
            <a:r>
              <a:rPr dirty="0"/>
              <a:t>.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8D408F1-42B9-F973-814A-C363DA5A6DF6}"/>
              </a:ext>
            </a:extLst>
          </p:cNvPr>
          <p:cNvGrpSpPr/>
          <p:nvPr/>
        </p:nvGrpSpPr>
        <p:grpSpPr>
          <a:xfrm>
            <a:off x="385011" y="504250"/>
            <a:ext cx="10968788" cy="584775"/>
            <a:chOff x="385011" y="504250"/>
            <a:chExt cx="10968788" cy="584775"/>
          </a:xfrm>
        </p:grpSpPr>
        <p:sp>
          <p:nvSpPr>
            <p:cNvPr id="10" name="title">
              <a:extLst>
                <a:ext uri="{FF2B5EF4-FFF2-40B4-BE49-F238E27FC236}">
                  <a16:creationId xmlns:a16="http://schemas.microsoft.com/office/drawing/2014/main" id="{D6106DE2-177A-A2D1-EA45-521DB2096383}"/>
                </a:ext>
              </a:extLst>
            </p:cNvPr>
            <p:cNvSpPr txBox="1"/>
            <p:nvPr/>
          </p:nvSpPr>
          <p:spPr>
            <a:xfrm>
              <a:off x="1094286" y="504250"/>
              <a:ext cx="102595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The Nobel Laureates 2025</a:t>
              </a: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4BFCB09-6D1D-932E-FEF1-AA060792B6E3}"/>
                </a:ext>
              </a:extLst>
            </p:cNvPr>
            <p:cNvSpPr/>
            <p:nvPr/>
          </p:nvSpPr>
          <p:spPr>
            <a:xfrm>
              <a:off x="385011" y="504250"/>
              <a:ext cx="584775" cy="5847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ïŝliďê">
            <a:extLst>
              <a:ext uri="{FF2B5EF4-FFF2-40B4-BE49-F238E27FC236}">
                <a16:creationId xmlns:a16="http://schemas.microsoft.com/office/drawing/2014/main" id="{C16371ED-7183-4BA1-FDDE-C89F8E1C8949}"/>
              </a:ext>
            </a:extLst>
          </p:cNvPr>
          <p:cNvSpPr/>
          <p:nvPr/>
        </p:nvSpPr>
        <p:spPr>
          <a:xfrm rot="9293031">
            <a:off x="7935210" y="5963823"/>
            <a:ext cx="4122207" cy="1755429"/>
          </a:xfrm>
          <a:custGeom>
            <a:avLst/>
            <a:gdLst>
              <a:gd name="connsiteX0" fmla="*/ 4122208 w 4122207"/>
              <a:gd name="connsiteY0" fmla="*/ 1684350 h 1755429"/>
              <a:gd name="connsiteX1" fmla="*/ 3338009 w 4122207"/>
              <a:gd name="connsiteY1" fmla="*/ 1643275 h 1755429"/>
              <a:gd name="connsiteX2" fmla="*/ 3029514 w 4122207"/>
              <a:gd name="connsiteY2" fmla="*/ 1450137 h 1755429"/>
              <a:gd name="connsiteX3" fmla="*/ 2596340 w 4122207"/>
              <a:gd name="connsiteY3" fmla="*/ 1208933 h 1755429"/>
              <a:gd name="connsiteX4" fmla="*/ 1629783 w 4122207"/>
              <a:gd name="connsiteY4" fmla="*/ 1354297 h 1755429"/>
              <a:gd name="connsiteX5" fmla="*/ 674295 w 4122207"/>
              <a:gd name="connsiteY5" fmla="*/ 1500243 h 1755429"/>
              <a:gd name="connsiteX6" fmla="*/ 33710 w 4122207"/>
              <a:gd name="connsiteY6" fmla="*/ 695646 h 1755429"/>
              <a:gd name="connsiteX7" fmla="*/ 66337 w 4122207"/>
              <a:gd name="connsiteY7" fmla="*/ 0 h 1755429"/>
              <a:gd name="connsiteX8" fmla="*/ 52063 w 4122207"/>
              <a:gd name="connsiteY8" fmla="*/ 0 h 1755429"/>
              <a:gd name="connsiteX9" fmla="*/ 20019 w 4122207"/>
              <a:gd name="connsiteY9" fmla="*/ 697977 h 1755429"/>
              <a:gd name="connsiteX10" fmla="*/ 670508 w 4122207"/>
              <a:gd name="connsiteY10" fmla="*/ 1513934 h 1755429"/>
              <a:gd name="connsiteX11" fmla="*/ 1634735 w 4122207"/>
              <a:gd name="connsiteY11" fmla="*/ 1367697 h 1755429"/>
              <a:gd name="connsiteX12" fmla="*/ 2592262 w 4122207"/>
              <a:gd name="connsiteY12" fmla="*/ 1222625 h 1755429"/>
              <a:gd name="connsiteX13" fmla="*/ 3021358 w 4122207"/>
              <a:gd name="connsiteY13" fmla="*/ 1461790 h 1755429"/>
              <a:gd name="connsiteX14" fmla="*/ 3331891 w 4122207"/>
              <a:gd name="connsiteY14" fmla="*/ 1656093 h 1755429"/>
              <a:gd name="connsiteX15" fmla="*/ 3781961 w 4122207"/>
              <a:gd name="connsiteY15" fmla="*/ 1755429 h 1755429"/>
              <a:gd name="connsiteX16" fmla="*/ 4122208 w 4122207"/>
              <a:gd name="connsiteY16" fmla="*/ 1699498 h 1755429"/>
              <a:gd name="connsiteX17" fmla="*/ 4122208 w 4122207"/>
              <a:gd name="connsiteY17" fmla="*/ 1684350 h 175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22207" h="1755429">
                <a:moveTo>
                  <a:pt x="4122208" y="1684350"/>
                </a:moveTo>
                <a:cubicBezTo>
                  <a:pt x="3869644" y="1772325"/>
                  <a:pt x="3579502" y="1757760"/>
                  <a:pt x="3338009" y="1643275"/>
                </a:cubicBezTo>
                <a:cubicBezTo>
                  <a:pt x="3229060" y="1591422"/>
                  <a:pt x="3127685" y="1519760"/>
                  <a:pt x="3029514" y="1450137"/>
                </a:cubicBezTo>
                <a:cubicBezTo>
                  <a:pt x="2895222" y="1354879"/>
                  <a:pt x="2756268" y="1256417"/>
                  <a:pt x="2596340" y="1208933"/>
                </a:cubicBezTo>
                <a:cubicBezTo>
                  <a:pt x="2277068" y="1114258"/>
                  <a:pt x="1947891" y="1236316"/>
                  <a:pt x="1629783" y="1354297"/>
                </a:cubicBezTo>
                <a:cubicBezTo>
                  <a:pt x="1314588" y="1471112"/>
                  <a:pt x="988616" y="1592005"/>
                  <a:pt x="674295" y="1500243"/>
                </a:cubicBezTo>
                <a:cubicBezTo>
                  <a:pt x="307831" y="1393332"/>
                  <a:pt x="88476" y="1019000"/>
                  <a:pt x="33710" y="695646"/>
                </a:cubicBezTo>
                <a:cubicBezTo>
                  <a:pt x="-5907" y="460560"/>
                  <a:pt x="18854" y="220230"/>
                  <a:pt x="66337" y="0"/>
                </a:cubicBezTo>
                <a:lnTo>
                  <a:pt x="52063" y="0"/>
                </a:lnTo>
                <a:cubicBezTo>
                  <a:pt x="4580" y="220812"/>
                  <a:pt x="-19890" y="462016"/>
                  <a:pt x="20019" y="697977"/>
                </a:cubicBezTo>
                <a:cubicBezTo>
                  <a:pt x="75367" y="1025700"/>
                  <a:pt x="298217" y="1405276"/>
                  <a:pt x="670508" y="1513934"/>
                </a:cubicBezTo>
                <a:cubicBezTo>
                  <a:pt x="989198" y="1606862"/>
                  <a:pt x="1317502" y="1485386"/>
                  <a:pt x="1634735" y="1367697"/>
                </a:cubicBezTo>
                <a:cubicBezTo>
                  <a:pt x="1950804" y="1250591"/>
                  <a:pt x="2277359" y="1129406"/>
                  <a:pt x="2592262" y="1222625"/>
                </a:cubicBezTo>
                <a:cubicBezTo>
                  <a:pt x="2750151" y="1269526"/>
                  <a:pt x="2887939" y="1367114"/>
                  <a:pt x="3021358" y="1461790"/>
                </a:cubicBezTo>
                <a:cubicBezTo>
                  <a:pt x="3119820" y="1531704"/>
                  <a:pt x="3221777" y="1603657"/>
                  <a:pt x="3331891" y="1656093"/>
                </a:cubicBezTo>
                <a:cubicBezTo>
                  <a:pt x="3471136" y="1722220"/>
                  <a:pt x="3626694" y="1755429"/>
                  <a:pt x="3781961" y="1755429"/>
                </a:cubicBezTo>
                <a:cubicBezTo>
                  <a:pt x="3897610" y="1755429"/>
                  <a:pt x="4013259" y="1736786"/>
                  <a:pt x="4122208" y="1699498"/>
                </a:cubicBezTo>
                <a:lnTo>
                  <a:pt x="4122208" y="1684350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3" name="ï$1iďê">
            <a:extLst>
              <a:ext uri="{FF2B5EF4-FFF2-40B4-BE49-F238E27FC236}">
                <a16:creationId xmlns:a16="http://schemas.microsoft.com/office/drawing/2014/main" id="{EB29B91D-D67A-24DE-1D3C-E4D71C8F2BC5}"/>
              </a:ext>
            </a:extLst>
          </p:cNvPr>
          <p:cNvSpPr/>
          <p:nvPr/>
        </p:nvSpPr>
        <p:spPr>
          <a:xfrm rot="16200000" flipV="1">
            <a:off x="10959570" y="3729022"/>
            <a:ext cx="1625600" cy="812800"/>
          </a:xfrm>
          <a:custGeom>
            <a:avLst/>
            <a:gdLst>
              <a:gd name="connsiteX0" fmla="*/ 0 w 1625600"/>
              <a:gd name="connsiteY0" fmla="*/ 0 h 812800"/>
              <a:gd name="connsiteX1" fmla="*/ 146743 w 1625600"/>
              <a:gd name="connsiteY1" fmla="*/ 0 h 812800"/>
              <a:gd name="connsiteX2" fmla="*/ 812800 w 1625600"/>
              <a:gd name="connsiteY2" fmla="*/ 666057 h 812800"/>
              <a:gd name="connsiteX3" fmla="*/ 1478857 w 1625600"/>
              <a:gd name="connsiteY3" fmla="*/ 0 h 812800"/>
              <a:gd name="connsiteX4" fmla="*/ 1625600 w 1625600"/>
              <a:gd name="connsiteY4" fmla="*/ 0 h 812800"/>
              <a:gd name="connsiteX5" fmla="*/ 812800 w 1625600"/>
              <a:gd name="connsiteY5" fmla="*/ 812800 h 812800"/>
              <a:gd name="connsiteX6" fmla="*/ 0 w 1625600"/>
              <a:gd name="connsiteY6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0" h="812800">
                <a:moveTo>
                  <a:pt x="0" y="0"/>
                </a:moveTo>
                <a:lnTo>
                  <a:pt x="146743" y="0"/>
                </a:lnTo>
                <a:cubicBezTo>
                  <a:pt x="146743" y="367853"/>
                  <a:pt x="444947" y="666057"/>
                  <a:pt x="812800" y="666057"/>
                </a:cubicBezTo>
                <a:cubicBezTo>
                  <a:pt x="1180653" y="666057"/>
                  <a:pt x="1478857" y="367853"/>
                  <a:pt x="1478857" y="0"/>
                </a:cubicBezTo>
                <a:lnTo>
                  <a:pt x="1625600" y="0"/>
                </a:lnTo>
                <a:cubicBezTo>
                  <a:pt x="1625600" y="448897"/>
                  <a:pt x="1261697" y="812800"/>
                  <a:pt x="812800" y="812800"/>
                </a:cubicBezTo>
                <a:cubicBezTo>
                  <a:pt x="363903" y="812800"/>
                  <a:pt x="0" y="448897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îṥ1íḓé">
            <a:extLst>
              <a:ext uri="{FF2B5EF4-FFF2-40B4-BE49-F238E27FC236}">
                <a16:creationId xmlns:a16="http://schemas.microsoft.com/office/drawing/2014/main" id="{6992D5F6-5AEA-550A-4EEA-22BF6E653419}"/>
              </a:ext>
            </a:extLst>
          </p:cNvPr>
          <p:cNvSpPr/>
          <p:nvPr/>
        </p:nvSpPr>
        <p:spPr>
          <a:xfrm>
            <a:off x="10575004" y="4716392"/>
            <a:ext cx="943896" cy="24254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15" name="îSḻiḋé">
            <a:extLst>
              <a:ext uri="{FF2B5EF4-FFF2-40B4-BE49-F238E27FC236}">
                <a16:creationId xmlns:a16="http://schemas.microsoft.com/office/drawing/2014/main" id="{116BECEB-01A7-F8FA-FD85-67D74A79B3DC}"/>
              </a:ext>
            </a:extLst>
          </p:cNvPr>
          <p:cNvSpPr/>
          <p:nvPr/>
        </p:nvSpPr>
        <p:spPr>
          <a:xfrm flipV="1">
            <a:off x="0" y="-15947"/>
            <a:ext cx="617828" cy="3175126"/>
          </a:xfrm>
          <a:custGeom>
            <a:avLst/>
            <a:gdLst>
              <a:gd name="connsiteX0" fmla="*/ 0 w 471948"/>
              <a:gd name="connsiteY0" fmla="*/ 2425423 h 2425423"/>
              <a:gd name="connsiteX1" fmla="*/ 471948 w 471948"/>
              <a:gd name="connsiteY1" fmla="*/ 1953475 h 2425423"/>
              <a:gd name="connsiteX2" fmla="*/ 471948 w 471948"/>
              <a:gd name="connsiteY2" fmla="*/ 471948 h 2425423"/>
              <a:gd name="connsiteX3" fmla="*/ 0 w 471948"/>
              <a:gd name="connsiteY3" fmla="*/ 0 h 24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" h="2425423">
                <a:moveTo>
                  <a:pt x="0" y="2425423"/>
                </a:moveTo>
                <a:cubicBezTo>
                  <a:pt x="260650" y="2425423"/>
                  <a:pt x="471948" y="2214125"/>
                  <a:pt x="471948" y="1953475"/>
                </a:cubicBezTo>
                <a:lnTo>
                  <a:pt x="471948" y="471948"/>
                </a:lnTo>
                <a:cubicBezTo>
                  <a:pt x="471948" y="211298"/>
                  <a:pt x="260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"/>
          <p:cNvSpPr txBox="1">
            <a:spLocks noChangeArrowheads="1"/>
          </p:cNvSpPr>
          <p:nvPr/>
        </p:nvSpPr>
        <p:spPr bwMode="auto">
          <a:xfrm>
            <a:off x="3322430" y="3271822"/>
            <a:ext cx="556341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Background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776B01E-CE9F-E483-94E2-AD9AA890244E}"/>
              </a:ext>
            </a:extLst>
          </p:cNvPr>
          <p:cNvGrpSpPr/>
          <p:nvPr/>
        </p:nvGrpSpPr>
        <p:grpSpPr>
          <a:xfrm>
            <a:off x="5258884" y="1354667"/>
            <a:ext cx="1690508" cy="1690508"/>
            <a:chOff x="5254932" y="1151031"/>
            <a:chExt cx="1690508" cy="1690508"/>
          </a:xfrm>
        </p:grpSpPr>
        <p:sp>
          <p:nvSpPr>
            <p:cNvPr id="30" name="îśḻiďè">
              <a:extLst>
                <a:ext uri="{FF2B5EF4-FFF2-40B4-BE49-F238E27FC236}">
                  <a16:creationId xmlns:a16="http://schemas.microsoft.com/office/drawing/2014/main" id="{189FFE6D-9BB7-D63F-4A4A-F8B436D67321}"/>
                </a:ext>
              </a:extLst>
            </p:cNvPr>
            <p:cNvSpPr/>
            <p:nvPr/>
          </p:nvSpPr>
          <p:spPr>
            <a:xfrm rot="5400000" flipH="1">
              <a:off x="5254932" y="1151031"/>
              <a:ext cx="1690508" cy="1690508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38" name="section_no"/>
            <p:cNvSpPr>
              <a:spLocks noChangeArrowheads="1"/>
            </p:cNvSpPr>
            <p:nvPr/>
          </p:nvSpPr>
          <p:spPr bwMode="auto">
            <a:xfrm>
              <a:off x="5558156" y="1434368"/>
              <a:ext cx="1091966" cy="1123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6000" b="1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Arial" panose="020B0604020202020204" pitchFamily="34" charset="0"/>
                </a:rPr>
                <a:t>02</a:t>
              </a:r>
            </a:p>
          </p:txBody>
        </p:sp>
      </p:grpSp>
      <p:sp>
        <p:nvSpPr>
          <p:cNvPr id="18" name="subtitle">
            <a:extLst>
              <a:ext uri="{FF2B5EF4-FFF2-40B4-BE49-F238E27FC236}">
                <a16:creationId xmlns:a16="http://schemas.microsoft.com/office/drawing/2014/main" id="{B8A180D0-ED00-4497-8C88-B3FB1A6817F4}"/>
              </a:ext>
            </a:extLst>
          </p:cNvPr>
          <p:cNvSpPr txBox="1"/>
          <p:nvPr/>
        </p:nvSpPr>
        <p:spPr>
          <a:xfrm>
            <a:off x="3542284" y="4457956"/>
            <a:ext cx="5107432" cy="5168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 CN" panose="02020400000000000000" pitchFamily="18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Quantum Mechanics Basics</a:t>
            </a:r>
          </a:p>
        </p:txBody>
      </p:sp>
      <p:sp>
        <p:nvSpPr>
          <p:cNvPr id="58" name="iconfont-1192-812027">
            <a:extLst>
              <a:ext uri="{FF2B5EF4-FFF2-40B4-BE49-F238E27FC236}">
                <a16:creationId xmlns:a16="http://schemas.microsoft.com/office/drawing/2014/main" id="{F0CA0E6C-2384-46DA-AF08-95A639F368C0}"/>
              </a:ext>
            </a:extLst>
          </p:cNvPr>
          <p:cNvSpPr/>
          <p:nvPr/>
        </p:nvSpPr>
        <p:spPr>
          <a:xfrm>
            <a:off x="11105838" y="676585"/>
            <a:ext cx="413062" cy="412440"/>
          </a:xfrm>
          <a:custGeom>
            <a:avLst/>
            <a:gdLst>
              <a:gd name="connsiteX0" fmla="*/ 445247 w 609262"/>
              <a:gd name="connsiteY0" fmla="*/ 196101 h 608345"/>
              <a:gd name="connsiteX1" fmla="*/ 577480 w 609262"/>
              <a:gd name="connsiteY1" fmla="*/ 196101 h 608345"/>
              <a:gd name="connsiteX2" fmla="*/ 609262 w 609262"/>
              <a:gd name="connsiteY2" fmla="*/ 227930 h 608345"/>
              <a:gd name="connsiteX3" fmla="*/ 609262 w 609262"/>
              <a:gd name="connsiteY3" fmla="*/ 576612 h 608345"/>
              <a:gd name="connsiteX4" fmla="*/ 577480 w 609262"/>
              <a:gd name="connsiteY4" fmla="*/ 608345 h 608345"/>
              <a:gd name="connsiteX5" fmla="*/ 228262 w 609262"/>
              <a:gd name="connsiteY5" fmla="*/ 608345 h 608345"/>
              <a:gd name="connsiteX6" fmla="*/ 196384 w 609262"/>
              <a:gd name="connsiteY6" fmla="*/ 576612 h 608345"/>
              <a:gd name="connsiteX7" fmla="*/ 196384 w 609262"/>
              <a:gd name="connsiteY7" fmla="*/ 444582 h 608345"/>
              <a:gd name="connsiteX8" fmla="*/ 260044 w 609262"/>
              <a:gd name="connsiteY8" fmla="*/ 444582 h 608345"/>
              <a:gd name="connsiteX9" fmla="*/ 260044 w 609262"/>
              <a:gd name="connsiteY9" fmla="*/ 544878 h 608345"/>
              <a:gd name="connsiteX10" fmla="*/ 545698 w 609262"/>
              <a:gd name="connsiteY10" fmla="*/ 544878 h 608345"/>
              <a:gd name="connsiteX11" fmla="*/ 545698 w 609262"/>
              <a:gd name="connsiteY11" fmla="*/ 259664 h 608345"/>
              <a:gd name="connsiteX12" fmla="*/ 445247 w 609262"/>
              <a:gd name="connsiteY12" fmla="*/ 259664 h 608345"/>
              <a:gd name="connsiteX13" fmla="*/ 19936 w 609262"/>
              <a:gd name="connsiteY13" fmla="*/ 0 h 608345"/>
              <a:gd name="connsiteX14" fmla="*/ 382922 w 609262"/>
              <a:gd name="connsiteY14" fmla="*/ 0 h 608345"/>
              <a:gd name="connsiteX15" fmla="*/ 402858 w 609262"/>
              <a:gd name="connsiteY15" fmla="*/ 19908 h 608345"/>
              <a:gd name="connsiteX16" fmla="*/ 402858 w 609262"/>
              <a:gd name="connsiteY16" fmla="*/ 382386 h 608345"/>
              <a:gd name="connsiteX17" fmla="*/ 382922 w 609262"/>
              <a:gd name="connsiteY17" fmla="*/ 402294 h 608345"/>
              <a:gd name="connsiteX18" fmla="*/ 19936 w 609262"/>
              <a:gd name="connsiteY18" fmla="*/ 402294 h 608345"/>
              <a:gd name="connsiteX19" fmla="*/ 0 w 609262"/>
              <a:gd name="connsiteY19" fmla="*/ 382386 h 608345"/>
              <a:gd name="connsiteX20" fmla="*/ 0 w 609262"/>
              <a:gd name="connsiteY20" fmla="*/ 19908 h 608345"/>
              <a:gd name="connsiteX21" fmla="*/ 19936 w 609262"/>
              <a:gd name="connsiteY21" fmla="*/ 0 h 60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262" h="608345">
                <a:moveTo>
                  <a:pt x="445247" y="196101"/>
                </a:moveTo>
                <a:lnTo>
                  <a:pt x="577480" y="196101"/>
                </a:lnTo>
                <a:cubicBezTo>
                  <a:pt x="595008" y="196101"/>
                  <a:pt x="609262" y="210333"/>
                  <a:pt x="609262" y="227930"/>
                </a:cubicBezTo>
                <a:lnTo>
                  <a:pt x="609262" y="576612"/>
                </a:lnTo>
                <a:cubicBezTo>
                  <a:pt x="609262" y="594113"/>
                  <a:pt x="595008" y="608345"/>
                  <a:pt x="577480" y="608345"/>
                </a:cubicBezTo>
                <a:lnTo>
                  <a:pt x="228262" y="608345"/>
                </a:lnTo>
                <a:cubicBezTo>
                  <a:pt x="210638" y="608345"/>
                  <a:pt x="196384" y="594113"/>
                  <a:pt x="196384" y="576612"/>
                </a:cubicBezTo>
                <a:lnTo>
                  <a:pt x="196384" y="444582"/>
                </a:lnTo>
                <a:lnTo>
                  <a:pt x="260044" y="444582"/>
                </a:lnTo>
                <a:lnTo>
                  <a:pt x="260044" y="544878"/>
                </a:lnTo>
                <a:lnTo>
                  <a:pt x="545698" y="544878"/>
                </a:lnTo>
                <a:lnTo>
                  <a:pt x="545698" y="259664"/>
                </a:lnTo>
                <a:lnTo>
                  <a:pt x="445247" y="259664"/>
                </a:lnTo>
                <a:close/>
                <a:moveTo>
                  <a:pt x="19936" y="0"/>
                </a:moveTo>
                <a:lnTo>
                  <a:pt x="382922" y="0"/>
                </a:lnTo>
                <a:cubicBezTo>
                  <a:pt x="393901" y="0"/>
                  <a:pt x="402858" y="8848"/>
                  <a:pt x="402858" y="19908"/>
                </a:cubicBezTo>
                <a:lnTo>
                  <a:pt x="402858" y="382386"/>
                </a:lnTo>
                <a:cubicBezTo>
                  <a:pt x="402858" y="393350"/>
                  <a:pt x="393901" y="402294"/>
                  <a:pt x="382922" y="402294"/>
                </a:cubicBezTo>
                <a:lnTo>
                  <a:pt x="19936" y="402294"/>
                </a:lnTo>
                <a:cubicBezTo>
                  <a:pt x="8957" y="402294"/>
                  <a:pt x="0" y="393350"/>
                  <a:pt x="0" y="382386"/>
                </a:cubicBezTo>
                <a:lnTo>
                  <a:pt x="0" y="19908"/>
                </a:lnTo>
                <a:cubicBezTo>
                  <a:pt x="0" y="8848"/>
                  <a:pt x="8957" y="0"/>
                  <a:pt x="199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5FA3E914-C164-4BF2-ACD1-720314A5ECE8}"/>
              </a:ext>
            </a:extLst>
          </p:cNvPr>
          <p:cNvGrpSpPr/>
          <p:nvPr/>
        </p:nvGrpSpPr>
        <p:grpSpPr>
          <a:xfrm rot="5400000" flipH="1">
            <a:off x="1189310" y="5460766"/>
            <a:ext cx="292598" cy="1346667"/>
            <a:chOff x="1724433" y="1612606"/>
            <a:chExt cx="241950" cy="1113561"/>
          </a:xfrm>
          <a:solidFill>
            <a:schemeClr val="accent2"/>
          </a:solidFill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E306BE01-C43C-433B-B5AB-5957FA3ADA8F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569C2B12-5DE7-4190-AF2E-39B7A8629217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517CADFB-DDDB-437C-A1E1-CD9BB7B63F09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4479E5D8-8CCD-4AED-9FA0-A68EB27EDAC2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656FC442-7A2A-4818-870F-C6113265F5B8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FBC4251F-566A-4569-AAAA-C5973D8F12A7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C4E78EA2-B42B-40FD-930A-30DB963E89F2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10121E58-DBDF-4889-A1C6-A4D59EF7EE7C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14DDA557-95A1-4D45-A635-A6AA8AEC0283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7D21E0D0-07E1-426F-902C-F5386465DAD3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1CD214AE-A04F-4DAF-91B6-4FEED3CA446A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D392E9C4-24BF-4B4D-94E4-C47677454428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92CCDEC3-FA16-4FD6-880B-5581190B3E83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89ED4752-703E-418E-BB9B-87338A5079E2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84B65BEE-95B6-4F64-BF25-88A9376E5988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EA40A5FC-B2B2-4A90-8E71-737634D29F48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20BBF7BF-624E-4C1B-8F3A-9DCCF027ECE6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D3E216AF-5FFB-4697-A339-15AE1902FE29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íṧ1iḑê">
            <a:extLst>
              <a:ext uri="{FF2B5EF4-FFF2-40B4-BE49-F238E27FC236}">
                <a16:creationId xmlns:a16="http://schemas.microsoft.com/office/drawing/2014/main" id="{950C257B-2DE8-0BBB-60FE-77AF020FB7C4}"/>
              </a:ext>
            </a:extLst>
          </p:cNvPr>
          <p:cNvSpPr/>
          <p:nvPr/>
        </p:nvSpPr>
        <p:spPr>
          <a:xfrm rot="17882556" flipH="1" flipV="1">
            <a:off x="472364" y="-1203952"/>
            <a:ext cx="2352478" cy="2298876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34" name="îSḻiḋé">
            <a:extLst>
              <a:ext uri="{FF2B5EF4-FFF2-40B4-BE49-F238E27FC236}">
                <a16:creationId xmlns:a16="http://schemas.microsoft.com/office/drawing/2014/main" id="{09BB31A4-2D83-FA54-57FB-8620A9A186F3}"/>
              </a:ext>
            </a:extLst>
          </p:cNvPr>
          <p:cNvSpPr/>
          <p:nvPr/>
        </p:nvSpPr>
        <p:spPr>
          <a:xfrm flipV="1">
            <a:off x="0" y="-15947"/>
            <a:ext cx="617828" cy="3175126"/>
          </a:xfrm>
          <a:custGeom>
            <a:avLst/>
            <a:gdLst>
              <a:gd name="connsiteX0" fmla="*/ 0 w 471948"/>
              <a:gd name="connsiteY0" fmla="*/ 2425423 h 2425423"/>
              <a:gd name="connsiteX1" fmla="*/ 471948 w 471948"/>
              <a:gd name="connsiteY1" fmla="*/ 1953475 h 2425423"/>
              <a:gd name="connsiteX2" fmla="*/ 471948 w 471948"/>
              <a:gd name="connsiteY2" fmla="*/ 471948 h 2425423"/>
              <a:gd name="connsiteX3" fmla="*/ 0 w 471948"/>
              <a:gd name="connsiteY3" fmla="*/ 0 h 24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" h="2425423">
                <a:moveTo>
                  <a:pt x="0" y="2425423"/>
                </a:moveTo>
                <a:cubicBezTo>
                  <a:pt x="260650" y="2425423"/>
                  <a:pt x="471948" y="2214125"/>
                  <a:pt x="471948" y="1953475"/>
                </a:cubicBezTo>
                <a:lnTo>
                  <a:pt x="471948" y="471948"/>
                </a:lnTo>
                <a:cubicBezTo>
                  <a:pt x="471948" y="211298"/>
                  <a:pt x="260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35" name="iṧḷíďè">
            <a:extLst>
              <a:ext uri="{FF2B5EF4-FFF2-40B4-BE49-F238E27FC236}">
                <a16:creationId xmlns:a16="http://schemas.microsoft.com/office/drawing/2014/main" id="{04A42DD6-3A30-E934-8B66-6A5B4B9EFA9A}"/>
              </a:ext>
            </a:extLst>
          </p:cNvPr>
          <p:cNvSpPr/>
          <p:nvPr/>
        </p:nvSpPr>
        <p:spPr>
          <a:xfrm flipH="1" flipV="1">
            <a:off x="6344" y="10517"/>
            <a:ext cx="5807985" cy="2463032"/>
          </a:xfrm>
          <a:custGeom>
            <a:avLst/>
            <a:gdLst>
              <a:gd name="connsiteX0" fmla="*/ 5807796 w 5807985"/>
              <a:gd name="connsiteY0" fmla="*/ 43921 h 2463032"/>
              <a:gd name="connsiteX1" fmla="*/ 5061375 w 5807985"/>
              <a:gd name="connsiteY1" fmla="*/ 136964 h 2463032"/>
              <a:gd name="connsiteX2" fmla="*/ 4374333 w 5807985"/>
              <a:gd name="connsiteY2" fmla="*/ 1040537 h 2463032"/>
              <a:gd name="connsiteX3" fmla="*/ 4368849 w 5807985"/>
              <a:gd name="connsiteY3" fmla="*/ 1051506 h 2463032"/>
              <a:gd name="connsiteX4" fmla="*/ 3716793 w 5807985"/>
              <a:gd name="connsiteY4" fmla="*/ 1963589 h 2463032"/>
              <a:gd name="connsiteX5" fmla="*/ 2393581 w 5807985"/>
              <a:gd name="connsiteY5" fmla="*/ 2209434 h 2463032"/>
              <a:gd name="connsiteX6" fmla="*/ 1938391 w 5807985"/>
              <a:gd name="connsiteY6" fmla="*/ 2143623 h 2463032"/>
              <a:gd name="connsiteX7" fmla="*/ 1022146 w 5807985"/>
              <a:gd name="connsiteY7" fmla="*/ 2057010 h 2463032"/>
              <a:gd name="connsiteX8" fmla="*/ 345128 w 5807985"/>
              <a:gd name="connsiteY8" fmla="*/ 2217566 h 2463032"/>
              <a:gd name="connsiteX9" fmla="*/ 0 w 5807985"/>
              <a:gd name="connsiteY9" fmla="*/ 2463032 h 2463032"/>
              <a:gd name="connsiteX10" fmla="*/ 12860 w 5807985"/>
              <a:gd name="connsiteY10" fmla="*/ 2463032 h 2463032"/>
              <a:gd name="connsiteX11" fmla="*/ 349289 w 5807985"/>
              <a:gd name="connsiteY11" fmla="*/ 2225698 h 2463032"/>
              <a:gd name="connsiteX12" fmla="*/ 1022714 w 5807985"/>
              <a:gd name="connsiteY12" fmla="*/ 2066088 h 2463032"/>
              <a:gd name="connsiteX13" fmla="*/ 1937256 w 5807985"/>
              <a:gd name="connsiteY13" fmla="*/ 2152511 h 2463032"/>
              <a:gd name="connsiteX14" fmla="*/ 2392825 w 5807985"/>
              <a:gd name="connsiteY14" fmla="*/ 2218511 h 2463032"/>
              <a:gd name="connsiteX15" fmla="*/ 3722466 w 5807985"/>
              <a:gd name="connsiteY15" fmla="*/ 1970965 h 2463032"/>
              <a:gd name="connsiteX16" fmla="*/ 4377359 w 5807985"/>
              <a:gd name="connsiteY16" fmla="*/ 1055477 h 2463032"/>
              <a:gd name="connsiteX17" fmla="*/ 4382843 w 5807985"/>
              <a:gd name="connsiteY17" fmla="*/ 1044509 h 2463032"/>
              <a:gd name="connsiteX18" fmla="*/ 5066480 w 5807985"/>
              <a:gd name="connsiteY18" fmla="*/ 144528 h 2463032"/>
              <a:gd name="connsiteX19" fmla="*/ 5807985 w 5807985"/>
              <a:gd name="connsiteY19" fmla="*/ 53377 h 2463032"/>
              <a:gd name="connsiteX20" fmla="*/ 5807985 w 5807985"/>
              <a:gd name="connsiteY20" fmla="*/ 43921 h 2463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807985" h="2463032">
                <a:moveTo>
                  <a:pt x="5807796" y="43921"/>
                </a:moveTo>
                <a:cubicBezTo>
                  <a:pt x="5570651" y="-41368"/>
                  <a:pt x="5273935" y="1749"/>
                  <a:pt x="5061375" y="136964"/>
                </a:cubicBezTo>
                <a:cubicBezTo>
                  <a:pt x="4745369" y="338178"/>
                  <a:pt x="4556069" y="679146"/>
                  <a:pt x="4374333" y="1040537"/>
                </a:cubicBezTo>
                <a:lnTo>
                  <a:pt x="4368849" y="1051506"/>
                </a:lnTo>
                <a:cubicBezTo>
                  <a:pt x="4198270" y="1390961"/>
                  <a:pt x="4021829" y="1741951"/>
                  <a:pt x="3716793" y="1963589"/>
                </a:cubicBezTo>
                <a:cubicBezTo>
                  <a:pt x="3400977" y="2193170"/>
                  <a:pt x="2968101" y="2273543"/>
                  <a:pt x="2393581" y="2209434"/>
                </a:cubicBezTo>
                <a:cubicBezTo>
                  <a:pt x="2241536" y="2192414"/>
                  <a:pt x="2087410" y="2167640"/>
                  <a:pt x="1938391" y="2143623"/>
                </a:cubicBezTo>
                <a:cubicBezTo>
                  <a:pt x="1639027" y="2095400"/>
                  <a:pt x="1329641" y="2045475"/>
                  <a:pt x="1022146" y="2057010"/>
                </a:cubicBezTo>
                <a:cubicBezTo>
                  <a:pt x="778193" y="2066277"/>
                  <a:pt x="544073" y="2121686"/>
                  <a:pt x="345128" y="2217566"/>
                </a:cubicBezTo>
                <a:cubicBezTo>
                  <a:pt x="208022" y="2283566"/>
                  <a:pt x="92665" y="2365829"/>
                  <a:pt x="0" y="2463032"/>
                </a:cubicBezTo>
                <a:lnTo>
                  <a:pt x="12860" y="2463032"/>
                </a:lnTo>
                <a:cubicBezTo>
                  <a:pt x="103822" y="2369233"/>
                  <a:pt x="216154" y="2289806"/>
                  <a:pt x="349289" y="2225698"/>
                </a:cubicBezTo>
                <a:cubicBezTo>
                  <a:pt x="547099" y="2130575"/>
                  <a:pt x="779895" y="2075354"/>
                  <a:pt x="1022714" y="2066088"/>
                </a:cubicBezTo>
                <a:cubicBezTo>
                  <a:pt x="1329452" y="2054363"/>
                  <a:pt x="1638460" y="2104288"/>
                  <a:pt x="1937256" y="2152511"/>
                </a:cubicBezTo>
                <a:cubicBezTo>
                  <a:pt x="2086465" y="2176529"/>
                  <a:pt x="2240591" y="2201491"/>
                  <a:pt x="2392825" y="2218511"/>
                </a:cubicBezTo>
                <a:cubicBezTo>
                  <a:pt x="2969803" y="2282998"/>
                  <a:pt x="3404759" y="2201870"/>
                  <a:pt x="3722466" y="1970965"/>
                </a:cubicBezTo>
                <a:cubicBezTo>
                  <a:pt x="4029394" y="1747813"/>
                  <a:pt x="4206213" y="1395877"/>
                  <a:pt x="4377359" y="1055477"/>
                </a:cubicBezTo>
                <a:lnTo>
                  <a:pt x="4382843" y="1044509"/>
                </a:lnTo>
                <a:cubicBezTo>
                  <a:pt x="4563823" y="684441"/>
                  <a:pt x="4752367" y="344608"/>
                  <a:pt x="5066480" y="144528"/>
                </a:cubicBezTo>
                <a:cubicBezTo>
                  <a:pt x="5277717" y="10070"/>
                  <a:pt x="5573110" y="-32480"/>
                  <a:pt x="5807985" y="53377"/>
                </a:cubicBezTo>
                <a:lnTo>
                  <a:pt x="5807985" y="43921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39" name="ïŝliďê">
            <a:extLst>
              <a:ext uri="{FF2B5EF4-FFF2-40B4-BE49-F238E27FC236}">
                <a16:creationId xmlns:a16="http://schemas.microsoft.com/office/drawing/2014/main" id="{D9949E5E-6B28-68C8-0E4E-606378EDFBF5}"/>
              </a:ext>
            </a:extLst>
          </p:cNvPr>
          <p:cNvSpPr/>
          <p:nvPr/>
        </p:nvSpPr>
        <p:spPr>
          <a:xfrm rot="9293031">
            <a:off x="7935210" y="5963823"/>
            <a:ext cx="4122207" cy="1755429"/>
          </a:xfrm>
          <a:custGeom>
            <a:avLst/>
            <a:gdLst>
              <a:gd name="connsiteX0" fmla="*/ 4122208 w 4122207"/>
              <a:gd name="connsiteY0" fmla="*/ 1684350 h 1755429"/>
              <a:gd name="connsiteX1" fmla="*/ 3338009 w 4122207"/>
              <a:gd name="connsiteY1" fmla="*/ 1643275 h 1755429"/>
              <a:gd name="connsiteX2" fmla="*/ 3029514 w 4122207"/>
              <a:gd name="connsiteY2" fmla="*/ 1450137 h 1755429"/>
              <a:gd name="connsiteX3" fmla="*/ 2596340 w 4122207"/>
              <a:gd name="connsiteY3" fmla="*/ 1208933 h 1755429"/>
              <a:gd name="connsiteX4" fmla="*/ 1629783 w 4122207"/>
              <a:gd name="connsiteY4" fmla="*/ 1354297 h 1755429"/>
              <a:gd name="connsiteX5" fmla="*/ 674295 w 4122207"/>
              <a:gd name="connsiteY5" fmla="*/ 1500243 h 1755429"/>
              <a:gd name="connsiteX6" fmla="*/ 33710 w 4122207"/>
              <a:gd name="connsiteY6" fmla="*/ 695646 h 1755429"/>
              <a:gd name="connsiteX7" fmla="*/ 66337 w 4122207"/>
              <a:gd name="connsiteY7" fmla="*/ 0 h 1755429"/>
              <a:gd name="connsiteX8" fmla="*/ 52063 w 4122207"/>
              <a:gd name="connsiteY8" fmla="*/ 0 h 1755429"/>
              <a:gd name="connsiteX9" fmla="*/ 20019 w 4122207"/>
              <a:gd name="connsiteY9" fmla="*/ 697977 h 1755429"/>
              <a:gd name="connsiteX10" fmla="*/ 670508 w 4122207"/>
              <a:gd name="connsiteY10" fmla="*/ 1513934 h 1755429"/>
              <a:gd name="connsiteX11" fmla="*/ 1634735 w 4122207"/>
              <a:gd name="connsiteY11" fmla="*/ 1367697 h 1755429"/>
              <a:gd name="connsiteX12" fmla="*/ 2592262 w 4122207"/>
              <a:gd name="connsiteY12" fmla="*/ 1222625 h 1755429"/>
              <a:gd name="connsiteX13" fmla="*/ 3021358 w 4122207"/>
              <a:gd name="connsiteY13" fmla="*/ 1461790 h 1755429"/>
              <a:gd name="connsiteX14" fmla="*/ 3331891 w 4122207"/>
              <a:gd name="connsiteY14" fmla="*/ 1656093 h 1755429"/>
              <a:gd name="connsiteX15" fmla="*/ 3781961 w 4122207"/>
              <a:gd name="connsiteY15" fmla="*/ 1755429 h 1755429"/>
              <a:gd name="connsiteX16" fmla="*/ 4122208 w 4122207"/>
              <a:gd name="connsiteY16" fmla="*/ 1699498 h 1755429"/>
              <a:gd name="connsiteX17" fmla="*/ 4122208 w 4122207"/>
              <a:gd name="connsiteY17" fmla="*/ 1684350 h 175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22207" h="1755429">
                <a:moveTo>
                  <a:pt x="4122208" y="1684350"/>
                </a:moveTo>
                <a:cubicBezTo>
                  <a:pt x="3869644" y="1772325"/>
                  <a:pt x="3579502" y="1757760"/>
                  <a:pt x="3338009" y="1643275"/>
                </a:cubicBezTo>
                <a:cubicBezTo>
                  <a:pt x="3229060" y="1591422"/>
                  <a:pt x="3127685" y="1519760"/>
                  <a:pt x="3029514" y="1450137"/>
                </a:cubicBezTo>
                <a:cubicBezTo>
                  <a:pt x="2895222" y="1354879"/>
                  <a:pt x="2756268" y="1256417"/>
                  <a:pt x="2596340" y="1208933"/>
                </a:cubicBezTo>
                <a:cubicBezTo>
                  <a:pt x="2277068" y="1114258"/>
                  <a:pt x="1947891" y="1236316"/>
                  <a:pt x="1629783" y="1354297"/>
                </a:cubicBezTo>
                <a:cubicBezTo>
                  <a:pt x="1314588" y="1471112"/>
                  <a:pt x="988616" y="1592005"/>
                  <a:pt x="674295" y="1500243"/>
                </a:cubicBezTo>
                <a:cubicBezTo>
                  <a:pt x="307831" y="1393332"/>
                  <a:pt x="88476" y="1019000"/>
                  <a:pt x="33710" y="695646"/>
                </a:cubicBezTo>
                <a:cubicBezTo>
                  <a:pt x="-5907" y="460560"/>
                  <a:pt x="18854" y="220230"/>
                  <a:pt x="66337" y="0"/>
                </a:cubicBezTo>
                <a:lnTo>
                  <a:pt x="52063" y="0"/>
                </a:lnTo>
                <a:cubicBezTo>
                  <a:pt x="4580" y="220812"/>
                  <a:pt x="-19890" y="462016"/>
                  <a:pt x="20019" y="697977"/>
                </a:cubicBezTo>
                <a:cubicBezTo>
                  <a:pt x="75367" y="1025700"/>
                  <a:pt x="298217" y="1405276"/>
                  <a:pt x="670508" y="1513934"/>
                </a:cubicBezTo>
                <a:cubicBezTo>
                  <a:pt x="989198" y="1606862"/>
                  <a:pt x="1317502" y="1485386"/>
                  <a:pt x="1634735" y="1367697"/>
                </a:cubicBezTo>
                <a:cubicBezTo>
                  <a:pt x="1950804" y="1250591"/>
                  <a:pt x="2277359" y="1129406"/>
                  <a:pt x="2592262" y="1222625"/>
                </a:cubicBezTo>
                <a:cubicBezTo>
                  <a:pt x="2750151" y="1269526"/>
                  <a:pt x="2887939" y="1367114"/>
                  <a:pt x="3021358" y="1461790"/>
                </a:cubicBezTo>
                <a:cubicBezTo>
                  <a:pt x="3119820" y="1531704"/>
                  <a:pt x="3221777" y="1603657"/>
                  <a:pt x="3331891" y="1656093"/>
                </a:cubicBezTo>
                <a:cubicBezTo>
                  <a:pt x="3471136" y="1722220"/>
                  <a:pt x="3626694" y="1755429"/>
                  <a:pt x="3781961" y="1755429"/>
                </a:cubicBezTo>
                <a:cubicBezTo>
                  <a:pt x="3897610" y="1755429"/>
                  <a:pt x="4013259" y="1736786"/>
                  <a:pt x="4122208" y="1699498"/>
                </a:cubicBezTo>
                <a:lnTo>
                  <a:pt x="4122208" y="1684350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40" name="ï$1iďê">
            <a:extLst>
              <a:ext uri="{FF2B5EF4-FFF2-40B4-BE49-F238E27FC236}">
                <a16:creationId xmlns:a16="http://schemas.microsoft.com/office/drawing/2014/main" id="{DD696183-E616-7F88-3D76-A71B6C17AC08}"/>
              </a:ext>
            </a:extLst>
          </p:cNvPr>
          <p:cNvSpPr/>
          <p:nvPr/>
        </p:nvSpPr>
        <p:spPr>
          <a:xfrm rot="16200000" flipV="1">
            <a:off x="10959570" y="3729022"/>
            <a:ext cx="1625600" cy="812800"/>
          </a:xfrm>
          <a:custGeom>
            <a:avLst/>
            <a:gdLst>
              <a:gd name="connsiteX0" fmla="*/ 0 w 1625600"/>
              <a:gd name="connsiteY0" fmla="*/ 0 h 812800"/>
              <a:gd name="connsiteX1" fmla="*/ 146743 w 1625600"/>
              <a:gd name="connsiteY1" fmla="*/ 0 h 812800"/>
              <a:gd name="connsiteX2" fmla="*/ 812800 w 1625600"/>
              <a:gd name="connsiteY2" fmla="*/ 666057 h 812800"/>
              <a:gd name="connsiteX3" fmla="*/ 1478857 w 1625600"/>
              <a:gd name="connsiteY3" fmla="*/ 0 h 812800"/>
              <a:gd name="connsiteX4" fmla="*/ 1625600 w 1625600"/>
              <a:gd name="connsiteY4" fmla="*/ 0 h 812800"/>
              <a:gd name="connsiteX5" fmla="*/ 812800 w 1625600"/>
              <a:gd name="connsiteY5" fmla="*/ 812800 h 812800"/>
              <a:gd name="connsiteX6" fmla="*/ 0 w 1625600"/>
              <a:gd name="connsiteY6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0" h="812800">
                <a:moveTo>
                  <a:pt x="0" y="0"/>
                </a:moveTo>
                <a:lnTo>
                  <a:pt x="146743" y="0"/>
                </a:lnTo>
                <a:cubicBezTo>
                  <a:pt x="146743" y="367853"/>
                  <a:pt x="444947" y="666057"/>
                  <a:pt x="812800" y="666057"/>
                </a:cubicBezTo>
                <a:cubicBezTo>
                  <a:pt x="1180653" y="666057"/>
                  <a:pt x="1478857" y="367853"/>
                  <a:pt x="1478857" y="0"/>
                </a:cubicBezTo>
                <a:lnTo>
                  <a:pt x="1625600" y="0"/>
                </a:lnTo>
                <a:cubicBezTo>
                  <a:pt x="1625600" y="448897"/>
                  <a:pt x="1261697" y="812800"/>
                  <a:pt x="812800" y="812800"/>
                </a:cubicBezTo>
                <a:cubicBezTo>
                  <a:pt x="363903" y="812800"/>
                  <a:pt x="0" y="448897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41" name="îṥ1íḓé">
            <a:extLst>
              <a:ext uri="{FF2B5EF4-FFF2-40B4-BE49-F238E27FC236}">
                <a16:creationId xmlns:a16="http://schemas.microsoft.com/office/drawing/2014/main" id="{327A7734-E2A2-E410-4ADF-A4CBCCB5F92B}"/>
              </a:ext>
            </a:extLst>
          </p:cNvPr>
          <p:cNvSpPr/>
          <p:nvPr/>
        </p:nvSpPr>
        <p:spPr>
          <a:xfrm>
            <a:off x="10575004" y="4716392"/>
            <a:ext cx="943896" cy="24254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42" name="íṧ1iḑê">
            <a:extLst>
              <a:ext uri="{FF2B5EF4-FFF2-40B4-BE49-F238E27FC236}">
                <a16:creationId xmlns:a16="http://schemas.microsoft.com/office/drawing/2014/main" id="{98B2946A-5465-6521-24B8-1B79CE9ACC22}"/>
              </a:ext>
            </a:extLst>
          </p:cNvPr>
          <p:cNvSpPr/>
          <p:nvPr/>
        </p:nvSpPr>
        <p:spPr>
          <a:xfrm rot="17882556" flipH="1" flipV="1">
            <a:off x="8284291" y="5824929"/>
            <a:ext cx="2162973" cy="2113689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668ED68-6EB0-4D36-95CC-DBF92A48E8BA}"/>
              </a:ext>
            </a:extLst>
          </p:cNvPr>
          <p:cNvGrpSpPr/>
          <p:nvPr/>
        </p:nvGrpSpPr>
        <p:grpSpPr>
          <a:xfrm>
            <a:off x="4691113" y="1580109"/>
            <a:ext cx="2514852" cy="3903522"/>
            <a:chOff x="4691113" y="1580109"/>
            <a:chExt cx="2514852" cy="3903522"/>
          </a:xfrm>
        </p:grpSpPr>
        <p:sp>
          <p:nvSpPr>
            <p:cNvPr id="4" name="label1">
              <a:extLst>
                <a:ext uri="{FF2B5EF4-FFF2-40B4-BE49-F238E27FC236}">
                  <a16:creationId xmlns:a16="http://schemas.microsoft.com/office/drawing/2014/main" id="{BC154748-F55F-4B6B-AF98-FC3E226B2598}"/>
                </a:ext>
              </a:extLst>
            </p:cNvPr>
            <p:cNvSpPr/>
            <p:nvPr/>
          </p:nvSpPr>
          <p:spPr>
            <a:xfrm>
              <a:off x="5638246" y="1580109"/>
              <a:ext cx="621432" cy="621429"/>
            </a:xfrm>
            <a:prstGeom prst="rect">
              <a:avLst/>
            </a:prstGeom>
            <a:solidFill>
              <a:schemeClr val="accent2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8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Q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5" name="label2">
              <a:extLst>
                <a:ext uri="{FF2B5EF4-FFF2-40B4-BE49-F238E27FC236}">
                  <a16:creationId xmlns:a16="http://schemas.microsoft.com/office/drawing/2014/main" id="{BAF87361-3794-47F2-B803-D6BB4B8F360D}"/>
                </a:ext>
              </a:extLst>
            </p:cNvPr>
            <p:cNvSpPr/>
            <p:nvPr/>
          </p:nvSpPr>
          <p:spPr>
            <a:xfrm>
              <a:off x="5638246" y="2674140"/>
              <a:ext cx="621432" cy="621429"/>
            </a:xfrm>
            <a:prstGeom prst="rect">
              <a:avLst/>
            </a:prstGeom>
            <a:solidFill>
              <a:schemeClr val="accent1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>
                <a:lnSpc>
                  <a:spcPct val="110000"/>
                </a:lnSpc>
              </a:pPr>
              <a:r>
                <a:rPr lang="en-US" altLang="zh-CN" sz="28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T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6" name="label3">
              <a:extLst>
                <a:ext uri="{FF2B5EF4-FFF2-40B4-BE49-F238E27FC236}">
                  <a16:creationId xmlns:a16="http://schemas.microsoft.com/office/drawing/2014/main" id="{DC5B1185-55E5-410A-96EA-A6F79545DAB9}"/>
                </a:ext>
              </a:extLst>
            </p:cNvPr>
            <p:cNvSpPr/>
            <p:nvPr/>
          </p:nvSpPr>
          <p:spPr>
            <a:xfrm>
              <a:off x="5638246" y="3768171"/>
              <a:ext cx="621432" cy="621429"/>
            </a:xfrm>
            <a:prstGeom prst="rect">
              <a:avLst/>
            </a:prstGeom>
            <a:solidFill>
              <a:schemeClr val="accent2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8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S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7" name="label4">
              <a:extLst>
                <a:ext uri="{FF2B5EF4-FFF2-40B4-BE49-F238E27FC236}">
                  <a16:creationId xmlns:a16="http://schemas.microsoft.com/office/drawing/2014/main" id="{3BE7B761-FFC9-48CE-B370-C2C2098437C1}"/>
                </a:ext>
              </a:extLst>
            </p:cNvPr>
            <p:cNvSpPr/>
            <p:nvPr/>
          </p:nvSpPr>
          <p:spPr>
            <a:xfrm>
              <a:off x="5638246" y="4862202"/>
              <a:ext cx="621432" cy="621429"/>
            </a:xfrm>
            <a:prstGeom prst="rect">
              <a:avLst/>
            </a:prstGeom>
            <a:solidFill>
              <a:schemeClr val="accent1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4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r>
                <a:rPr lang="en-US" altLang="zh-CN" sz="28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E</a:t>
              </a:r>
              <a:endParaRPr lang="zh-CN" altLang="en-US" sz="28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B280B835-FEE3-499F-A7C8-B353D6EA32B0}"/>
                </a:ext>
              </a:extLst>
            </p:cNvPr>
            <p:cNvCxnSpPr>
              <a:cxnSpLocks/>
            </p:cNvCxnSpPr>
            <p:nvPr/>
          </p:nvCxnSpPr>
          <p:spPr>
            <a:xfrm>
              <a:off x="4960620" y="1869988"/>
              <a:ext cx="677626" cy="487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72A6576-8C3F-4030-AC4C-024EB3A98234}"/>
                </a:ext>
              </a:extLst>
            </p:cNvPr>
            <p:cNvSpPr/>
            <p:nvPr/>
          </p:nvSpPr>
          <p:spPr>
            <a:xfrm>
              <a:off x="4691113" y="1738901"/>
              <a:ext cx="269507" cy="26704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6E5026C7-BFC2-4F3A-A788-BBA6E753688C}"/>
                </a:ext>
              </a:extLst>
            </p:cNvPr>
            <p:cNvCxnSpPr>
              <a:cxnSpLocks/>
            </p:cNvCxnSpPr>
            <p:nvPr/>
          </p:nvCxnSpPr>
          <p:spPr>
            <a:xfrm>
              <a:off x="4960620" y="4087259"/>
              <a:ext cx="677626" cy="487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CB29601-E168-4CA2-AE13-40ED686090AD}"/>
                </a:ext>
              </a:extLst>
            </p:cNvPr>
            <p:cNvSpPr/>
            <p:nvPr/>
          </p:nvSpPr>
          <p:spPr>
            <a:xfrm>
              <a:off x="4691113" y="3956172"/>
              <a:ext cx="269507" cy="26704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3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1F696C0A-18F8-463E-A326-BE3FC0D3275B}"/>
                </a:ext>
              </a:extLst>
            </p:cNvPr>
            <p:cNvCxnSpPr>
              <a:cxnSpLocks/>
            </p:cNvCxnSpPr>
            <p:nvPr/>
          </p:nvCxnSpPr>
          <p:spPr>
            <a:xfrm>
              <a:off x="6258832" y="2977543"/>
              <a:ext cx="677626" cy="487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9CC7ADD-1C8E-4BC1-9BB9-147AE58003D6}"/>
                </a:ext>
              </a:extLst>
            </p:cNvPr>
            <p:cNvSpPr/>
            <p:nvPr/>
          </p:nvSpPr>
          <p:spPr>
            <a:xfrm>
              <a:off x="6936458" y="2846456"/>
              <a:ext cx="269507" cy="26704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2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C540023-C4FA-453E-B0A8-57B321AB21F4}"/>
                </a:ext>
              </a:extLst>
            </p:cNvPr>
            <p:cNvCxnSpPr>
              <a:cxnSpLocks/>
            </p:cNvCxnSpPr>
            <p:nvPr/>
          </p:nvCxnSpPr>
          <p:spPr>
            <a:xfrm>
              <a:off x="6258832" y="5177643"/>
              <a:ext cx="677626" cy="4874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5BCA266-8BBE-44B7-8A25-99E1D610368C}"/>
                </a:ext>
              </a:extLst>
            </p:cNvPr>
            <p:cNvSpPr/>
            <p:nvPr/>
          </p:nvSpPr>
          <p:spPr>
            <a:xfrm>
              <a:off x="6936458" y="5046556"/>
              <a:ext cx="269507" cy="267048"/>
            </a:xfrm>
            <a:prstGeom prst="rect">
              <a:avLst/>
            </a:prstGeom>
            <a:solidFill>
              <a:schemeClr val="tx1">
                <a:lumMod val="50000"/>
                <a:lumOff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4</a:t>
              </a:r>
              <a:endParaRPr lang="zh-CN" altLang="en-US" sz="16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F8E820A-E50A-4716-9489-EDD012D6C859}"/>
              </a:ext>
            </a:extLst>
          </p:cNvPr>
          <p:cNvGrpSpPr/>
          <p:nvPr/>
        </p:nvGrpSpPr>
        <p:grpSpPr>
          <a:xfrm>
            <a:off x="7175820" y="2786233"/>
            <a:ext cx="3993407" cy="1100513"/>
            <a:chOff x="8949023" y="5161022"/>
            <a:chExt cx="3993407" cy="1100513"/>
          </a:xfrm>
        </p:grpSpPr>
        <p:sp>
          <p:nvSpPr>
            <p:cNvPr id="21" name="item_title2">
              <a:extLst>
                <a:ext uri="{FF2B5EF4-FFF2-40B4-BE49-F238E27FC236}">
                  <a16:creationId xmlns:a16="http://schemas.microsoft.com/office/drawing/2014/main" id="{4637A8B4-957A-4213-9754-06C31CFF6F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9023" y="5161022"/>
              <a:ext cx="3993407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Tunneling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22" name="item_content2">
              <a:extLst>
                <a:ext uri="{FF2B5EF4-FFF2-40B4-BE49-F238E27FC236}">
                  <a16:creationId xmlns:a16="http://schemas.microsoft.com/office/drawing/2014/main" id="{99DDD06B-9E6D-4D18-ACE7-C7EA95DF4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6" y="5556414"/>
              <a:ext cx="3852404" cy="70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Particles pass through barriers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8297C92-1EBB-4BE9-94E3-B00E307D2CD6}"/>
              </a:ext>
            </a:extLst>
          </p:cNvPr>
          <p:cNvGrpSpPr/>
          <p:nvPr/>
        </p:nvGrpSpPr>
        <p:grpSpPr>
          <a:xfrm>
            <a:off x="7175820" y="4933374"/>
            <a:ext cx="3993407" cy="1100513"/>
            <a:chOff x="8949023" y="5161022"/>
            <a:chExt cx="3993407" cy="1100513"/>
          </a:xfrm>
        </p:grpSpPr>
        <p:sp>
          <p:nvSpPr>
            <p:cNvPr id="24" name="item_title4">
              <a:extLst>
                <a:ext uri="{FF2B5EF4-FFF2-40B4-BE49-F238E27FC236}">
                  <a16:creationId xmlns:a16="http://schemas.microsoft.com/office/drawing/2014/main" id="{B409C180-5939-4E0E-AC51-76F9DCEBC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9023" y="5161022"/>
              <a:ext cx="3993407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Wave Function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25" name="item_content4">
              <a:extLst>
                <a:ext uri="{FF2B5EF4-FFF2-40B4-BE49-F238E27FC236}">
                  <a16:creationId xmlns:a16="http://schemas.microsoft.com/office/drawing/2014/main" id="{C1B0B131-81AD-42C6-A0DA-C5DA0C582A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6" y="5556414"/>
              <a:ext cx="3852404" cy="70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Probability description system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1D4BD813-69A6-4F7A-BD28-E15BF975DF8B}"/>
              </a:ext>
            </a:extLst>
          </p:cNvPr>
          <p:cNvGrpSpPr/>
          <p:nvPr/>
        </p:nvGrpSpPr>
        <p:grpSpPr>
          <a:xfrm>
            <a:off x="635073" y="1688527"/>
            <a:ext cx="3852405" cy="1097706"/>
            <a:chOff x="9090026" y="5163829"/>
            <a:chExt cx="3852405" cy="1097706"/>
          </a:xfrm>
        </p:grpSpPr>
        <p:sp>
          <p:nvSpPr>
            <p:cNvPr id="27" name="item_title1">
              <a:extLst>
                <a:ext uri="{FF2B5EF4-FFF2-40B4-BE49-F238E27FC236}">
                  <a16:creationId xmlns:a16="http://schemas.microsoft.com/office/drawing/2014/main" id="{EAA98978-5623-4A9B-AEFE-4098AD28A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4357" y="5163829"/>
              <a:ext cx="3718074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Quantum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28" name="item_content1">
              <a:extLst>
                <a:ext uri="{FF2B5EF4-FFF2-40B4-BE49-F238E27FC236}">
                  <a16:creationId xmlns:a16="http://schemas.microsoft.com/office/drawing/2014/main" id="{A303AA85-D3EE-4F54-A8DC-986174EA3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6" y="5556414"/>
              <a:ext cx="3852404" cy="70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r"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Energy in discrete packets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179DA46-D6B0-4A20-93AE-B9E1B2F54371}"/>
              </a:ext>
            </a:extLst>
          </p:cNvPr>
          <p:cNvGrpSpPr/>
          <p:nvPr/>
        </p:nvGrpSpPr>
        <p:grpSpPr>
          <a:xfrm>
            <a:off x="769403" y="3907428"/>
            <a:ext cx="3852404" cy="1097706"/>
            <a:chOff x="9090026" y="5163829"/>
            <a:chExt cx="3852404" cy="1097706"/>
          </a:xfrm>
        </p:grpSpPr>
        <p:sp>
          <p:nvSpPr>
            <p:cNvPr id="30" name="item_title3">
              <a:extLst>
                <a:ext uri="{FF2B5EF4-FFF2-40B4-BE49-F238E27FC236}">
                  <a16:creationId xmlns:a16="http://schemas.microsoft.com/office/drawing/2014/main" id="{34F5E123-5A46-46B9-B5D7-90217859E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0409" y="5163829"/>
              <a:ext cx="3652021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Superconductivity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31" name="item_content3">
              <a:extLst>
                <a:ext uri="{FF2B5EF4-FFF2-40B4-BE49-F238E27FC236}">
                  <a16:creationId xmlns:a16="http://schemas.microsoft.com/office/drawing/2014/main" id="{4857FFD5-4C3C-42A7-A530-465C6142C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6" y="5556414"/>
              <a:ext cx="3852404" cy="70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r"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Zero resistance current flow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4AADE02-6565-4DDF-BDCE-5CD091E302FA}"/>
              </a:ext>
            </a:extLst>
          </p:cNvPr>
          <p:cNvGrpSpPr/>
          <p:nvPr/>
        </p:nvGrpSpPr>
        <p:grpSpPr>
          <a:xfrm>
            <a:off x="385011" y="504250"/>
            <a:ext cx="11133888" cy="584775"/>
            <a:chOff x="385011" y="504250"/>
            <a:chExt cx="11133888" cy="584775"/>
          </a:xfrm>
        </p:grpSpPr>
        <p:sp>
          <p:nvSpPr>
            <p:cNvPr id="37" name="title">
              <a:extLst>
                <a:ext uri="{FF2B5EF4-FFF2-40B4-BE49-F238E27FC236}">
                  <a16:creationId xmlns:a16="http://schemas.microsoft.com/office/drawing/2014/main" id="{0B09D173-1CE7-4485-A9FA-ADF0FC3CE33E}"/>
                </a:ext>
              </a:extLst>
            </p:cNvPr>
            <p:cNvSpPr txBox="1"/>
            <p:nvPr/>
          </p:nvSpPr>
          <p:spPr>
            <a:xfrm>
              <a:off x="1094286" y="504250"/>
              <a:ext cx="104246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Key Quantum Concepts</a:t>
              </a: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BA9DB37C-A0D2-4BEB-B58E-860AEC78313E}"/>
                </a:ext>
              </a:extLst>
            </p:cNvPr>
            <p:cNvSpPr/>
            <p:nvPr/>
          </p:nvSpPr>
          <p:spPr>
            <a:xfrm>
              <a:off x="385011" y="504250"/>
              <a:ext cx="584775" cy="5847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>
            <a:extLst>
              <a:ext uri="{FF2B5EF4-FFF2-40B4-BE49-F238E27FC236}">
                <a16:creationId xmlns:a16="http://schemas.microsoft.com/office/drawing/2014/main" id="{A03B64E7-2A5B-F8A8-0870-3725EE785F7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dirty="0"/>
          </a:p>
          <a:p>
            <a:r>
              <a:rPr dirty="0"/>
              <a:t>Microscopic: Single particles, quantum effects dominate</a:t>
            </a:r>
          </a:p>
          <a:p>
            <a:r>
              <a:rPr dirty="0"/>
              <a:t>Macroscopic: Large systems, classical physics usually applies</a:t>
            </a:r>
          </a:p>
          <a:p>
            <a:r>
              <a:rPr dirty="0"/>
              <a:t>Breakthrough: Showing quantum effects in macroscopic systems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8D408F1-42B9-F973-814A-C363DA5A6DF6}"/>
              </a:ext>
            </a:extLst>
          </p:cNvPr>
          <p:cNvGrpSpPr/>
          <p:nvPr/>
        </p:nvGrpSpPr>
        <p:grpSpPr>
          <a:xfrm>
            <a:off x="385011" y="504250"/>
            <a:ext cx="10968788" cy="584775"/>
            <a:chOff x="385011" y="504250"/>
            <a:chExt cx="10968788" cy="584775"/>
          </a:xfrm>
        </p:grpSpPr>
        <p:sp>
          <p:nvSpPr>
            <p:cNvPr id="10" name="title">
              <a:extLst>
                <a:ext uri="{FF2B5EF4-FFF2-40B4-BE49-F238E27FC236}">
                  <a16:creationId xmlns:a16="http://schemas.microsoft.com/office/drawing/2014/main" id="{D6106DE2-177A-A2D1-EA45-521DB2096383}"/>
                </a:ext>
              </a:extLst>
            </p:cNvPr>
            <p:cNvSpPr txBox="1"/>
            <p:nvPr/>
          </p:nvSpPr>
          <p:spPr>
            <a:xfrm>
              <a:off x="1094286" y="504250"/>
              <a:ext cx="102595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Microscopic vs Macroscopic</a:t>
              </a: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4BFCB09-6D1D-932E-FEF1-AA060792B6E3}"/>
                </a:ext>
              </a:extLst>
            </p:cNvPr>
            <p:cNvSpPr/>
            <p:nvPr/>
          </p:nvSpPr>
          <p:spPr>
            <a:xfrm>
              <a:off x="385011" y="504250"/>
              <a:ext cx="584775" cy="5847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ïŝliďê">
            <a:extLst>
              <a:ext uri="{FF2B5EF4-FFF2-40B4-BE49-F238E27FC236}">
                <a16:creationId xmlns:a16="http://schemas.microsoft.com/office/drawing/2014/main" id="{C16371ED-7183-4BA1-FDDE-C89F8E1C8949}"/>
              </a:ext>
            </a:extLst>
          </p:cNvPr>
          <p:cNvSpPr/>
          <p:nvPr/>
        </p:nvSpPr>
        <p:spPr>
          <a:xfrm rot="9293031">
            <a:off x="7935210" y="5963823"/>
            <a:ext cx="4122207" cy="1755429"/>
          </a:xfrm>
          <a:custGeom>
            <a:avLst/>
            <a:gdLst>
              <a:gd name="connsiteX0" fmla="*/ 4122208 w 4122207"/>
              <a:gd name="connsiteY0" fmla="*/ 1684350 h 1755429"/>
              <a:gd name="connsiteX1" fmla="*/ 3338009 w 4122207"/>
              <a:gd name="connsiteY1" fmla="*/ 1643275 h 1755429"/>
              <a:gd name="connsiteX2" fmla="*/ 3029514 w 4122207"/>
              <a:gd name="connsiteY2" fmla="*/ 1450137 h 1755429"/>
              <a:gd name="connsiteX3" fmla="*/ 2596340 w 4122207"/>
              <a:gd name="connsiteY3" fmla="*/ 1208933 h 1755429"/>
              <a:gd name="connsiteX4" fmla="*/ 1629783 w 4122207"/>
              <a:gd name="connsiteY4" fmla="*/ 1354297 h 1755429"/>
              <a:gd name="connsiteX5" fmla="*/ 674295 w 4122207"/>
              <a:gd name="connsiteY5" fmla="*/ 1500243 h 1755429"/>
              <a:gd name="connsiteX6" fmla="*/ 33710 w 4122207"/>
              <a:gd name="connsiteY6" fmla="*/ 695646 h 1755429"/>
              <a:gd name="connsiteX7" fmla="*/ 66337 w 4122207"/>
              <a:gd name="connsiteY7" fmla="*/ 0 h 1755429"/>
              <a:gd name="connsiteX8" fmla="*/ 52063 w 4122207"/>
              <a:gd name="connsiteY8" fmla="*/ 0 h 1755429"/>
              <a:gd name="connsiteX9" fmla="*/ 20019 w 4122207"/>
              <a:gd name="connsiteY9" fmla="*/ 697977 h 1755429"/>
              <a:gd name="connsiteX10" fmla="*/ 670508 w 4122207"/>
              <a:gd name="connsiteY10" fmla="*/ 1513934 h 1755429"/>
              <a:gd name="connsiteX11" fmla="*/ 1634735 w 4122207"/>
              <a:gd name="connsiteY11" fmla="*/ 1367697 h 1755429"/>
              <a:gd name="connsiteX12" fmla="*/ 2592262 w 4122207"/>
              <a:gd name="connsiteY12" fmla="*/ 1222625 h 1755429"/>
              <a:gd name="connsiteX13" fmla="*/ 3021358 w 4122207"/>
              <a:gd name="connsiteY13" fmla="*/ 1461790 h 1755429"/>
              <a:gd name="connsiteX14" fmla="*/ 3331891 w 4122207"/>
              <a:gd name="connsiteY14" fmla="*/ 1656093 h 1755429"/>
              <a:gd name="connsiteX15" fmla="*/ 3781961 w 4122207"/>
              <a:gd name="connsiteY15" fmla="*/ 1755429 h 1755429"/>
              <a:gd name="connsiteX16" fmla="*/ 4122208 w 4122207"/>
              <a:gd name="connsiteY16" fmla="*/ 1699498 h 1755429"/>
              <a:gd name="connsiteX17" fmla="*/ 4122208 w 4122207"/>
              <a:gd name="connsiteY17" fmla="*/ 1684350 h 175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22207" h="1755429">
                <a:moveTo>
                  <a:pt x="4122208" y="1684350"/>
                </a:moveTo>
                <a:cubicBezTo>
                  <a:pt x="3869644" y="1772325"/>
                  <a:pt x="3579502" y="1757760"/>
                  <a:pt x="3338009" y="1643275"/>
                </a:cubicBezTo>
                <a:cubicBezTo>
                  <a:pt x="3229060" y="1591422"/>
                  <a:pt x="3127685" y="1519760"/>
                  <a:pt x="3029514" y="1450137"/>
                </a:cubicBezTo>
                <a:cubicBezTo>
                  <a:pt x="2895222" y="1354879"/>
                  <a:pt x="2756268" y="1256417"/>
                  <a:pt x="2596340" y="1208933"/>
                </a:cubicBezTo>
                <a:cubicBezTo>
                  <a:pt x="2277068" y="1114258"/>
                  <a:pt x="1947891" y="1236316"/>
                  <a:pt x="1629783" y="1354297"/>
                </a:cubicBezTo>
                <a:cubicBezTo>
                  <a:pt x="1314588" y="1471112"/>
                  <a:pt x="988616" y="1592005"/>
                  <a:pt x="674295" y="1500243"/>
                </a:cubicBezTo>
                <a:cubicBezTo>
                  <a:pt x="307831" y="1393332"/>
                  <a:pt x="88476" y="1019000"/>
                  <a:pt x="33710" y="695646"/>
                </a:cubicBezTo>
                <a:cubicBezTo>
                  <a:pt x="-5907" y="460560"/>
                  <a:pt x="18854" y="220230"/>
                  <a:pt x="66337" y="0"/>
                </a:cubicBezTo>
                <a:lnTo>
                  <a:pt x="52063" y="0"/>
                </a:lnTo>
                <a:cubicBezTo>
                  <a:pt x="4580" y="220812"/>
                  <a:pt x="-19890" y="462016"/>
                  <a:pt x="20019" y="697977"/>
                </a:cubicBezTo>
                <a:cubicBezTo>
                  <a:pt x="75367" y="1025700"/>
                  <a:pt x="298217" y="1405276"/>
                  <a:pt x="670508" y="1513934"/>
                </a:cubicBezTo>
                <a:cubicBezTo>
                  <a:pt x="989198" y="1606862"/>
                  <a:pt x="1317502" y="1485386"/>
                  <a:pt x="1634735" y="1367697"/>
                </a:cubicBezTo>
                <a:cubicBezTo>
                  <a:pt x="1950804" y="1250591"/>
                  <a:pt x="2277359" y="1129406"/>
                  <a:pt x="2592262" y="1222625"/>
                </a:cubicBezTo>
                <a:cubicBezTo>
                  <a:pt x="2750151" y="1269526"/>
                  <a:pt x="2887939" y="1367114"/>
                  <a:pt x="3021358" y="1461790"/>
                </a:cubicBezTo>
                <a:cubicBezTo>
                  <a:pt x="3119820" y="1531704"/>
                  <a:pt x="3221777" y="1603657"/>
                  <a:pt x="3331891" y="1656093"/>
                </a:cubicBezTo>
                <a:cubicBezTo>
                  <a:pt x="3471136" y="1722220"/>
                  <a:pt x="3626694" y="1755429"/>
                  <a:pt x="3781961" y="1755429"/>
                </a:cubicBezTo>
                <a:cubicBezTo>
                  <a:pt x="3897610" y="1755429"/>
                  <a:pt x="4013259" y="1736786"/>
                  <a:pt x="4122208" y="1699498"/>
                </a:cubicBezTo>
                <a:lnTo>
                  <a:pt x="4122208" y="1684350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3" name="ï$1iďê">
            <a:extLst>
              <a:ext uri="{FF2B5EF4-FFF2-40B4-BE49-F238E27FC236}">
                <a16:creationId xmlns:a16="http://schemas.microsoft.com/office/drawing/2014/main" id="{EB29B91D-D67A-24DE-1D3C-E4D71C8F2BC5}"/>
              </a:ext>
            </a:extLst>
          </p:cNvPr>
          <p:cNvSpPr/>
          <p:nvPr/>
        </p:nvSpPr>
        <p:spPr>
          <a:xfrm rot="16200000" flipV="1">
            <a:off x="10959570" y="3729022"/>
            <a:ext cx="1625600" cy="812800"/>
          </a:xfrm>
          <a:custGeom>
            <a:avLst/>
            <a:gdLst>
              <a:gd name="connsiteX0" fmla="*/ 0 w 1625600"/>
              <a:gd name="connsiteY0" fmla="*/ 0 h 812800"/>
              <a:gd name="connsiteX1" fmla="*/ 146743 w 1625600"/>
              <a:gd name="connsiteY1" fmla="*/ 0 h 812800"/>
              <a:gd name="connsiteX2" fmla="*/ 812800 w 1625600"/>
              <a:gd name="connsiteY2" fmla="*/ 666057 h 812800"/>
              <a:gd name="connsiteX3" fmla="*/ 1478857 w 1625600"/>
              <a:gd name="connsiteY3" fmla="*/ 0 h 812800"/>
              <a:gd name="connsiteX4" fmla="*/ 1625600 w 1625600"/>
              <a:gd name="connsiteY4" fmla="*/ 0 h 812800"/>
              <a:gd name="connsiteX5" fmla="*/ 812800 w 1625600"/>
              <a:gd name="connsiteY5" fmla="*/ 812800 h 812800"/>
              <a:gd name="connsiteX6" fmla="*/ 0 w 1625600"/>
              <a:gd name="connsiteY6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0" h="812800">
                <a:moveTo>
                  <a:pt x="0" y="0"/>
                </a:moveTo>
                <a:lnTo>
                  <a:pt x="146743" y="0"/>
                </a:lnTo>
                <a:cubicBezTo>
                  <a:pt x="146743" y="367853"/>
                  <a:pt x="444947" y="666057"/>
                  <a:pt x="812800" y="666057"/>
                </a:cubicBezTo>
                <a:cubicBezTo>
                  <a:pt x="1180653" y="666057"/>
                  <a:pt x="1478857" y="367853"/>
                  <a:pt x="1478857" y="0"/>
                </a:cubicBezTo>
                <a:lnTo>
                  <a:pt x="1625600" y="0"/>
                </a:lnTo>
                <a:cubicBezTo>
                  <a:pt x="1625600" y="448897"/>
                  <a:pt x="1261697" y="812800"/>
                  <a:pt x="812800" y="812800"/>
                </a:cubicBezTo>
                <a:cubicBezTo>
                  <a:pt x="363903" y="812800"/>
                  <a:pt x="0" y="448897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îṥ1íḓé">
            <a:extLst>
              <a:ext uri="{FF2B5EF4-FFF2-40B4-BE49-F238E27FC236}">
                <a16:creationId xmlns:a16="http://schemas.microsoft.com/office/drawing/2014/main" id="{6992D5F6-5AEA-550A-4EEA-22BF6E653419}"/>
              </a:ext>
            </a:extLst>
          </p:cNvPr>
          <p:cNvSpPr/>
          <p:nvPr/>
        </p:nvSpPr>
        <p:spPr>
          <a:xfrm>
            <a:off x="10575004" y="4716392"/>
            <a:ext cx="943896" cy="24254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15" name="îSḻiḋé">
            <a:extLst>
              <a:ext uri="{FF2B5EF4-FFF2-40B4-BE49-F238E27FC236}">
                <a16:creationId xmlns:a16="http://schemas.microsoft.com/office/drawing/2014/main" id="{116BECEB-01A7-F8FA-FD85-67D74A79B3DC}"/>
              </a:ext>
            </a:extLst>
          </p:cNvPr>
          <p:cNvSpPr/>
          <p:nvPr/>
        </p:nvSpPr>
        <p:spPr>
          <a:xfrm flipV="1">
            <a:off x="0" y="-15947"/>
            <a:ext cx="617828" cy="3175126"/>
          </a:xfrm>
          <a:custGeom>
            <a:avLst/>
            <a:gdLst>
              <a:gd name="connsiteX0" fmla="*/ 0 w 471948"/>
              <a:gd name="connsiteY0" fmla="*/ 2425423 h 2425423"/>
              <a:gd name="connsiteX1" fmla="*/ 471948 w 471948"/>
              <a:gd name="connsiteY1" fmla="*/ 1953475 h 2425423"/>
              <a:gd name="connsiteX2" fmla="*/ 471948 w 471948"/>
              <a:gd name="connsiteY2" fmla="*/ 471948 h 2425423"/>
              <a:gd name="connsiteX3" fmla="*/ 0 w 471948"/>
              <a:gd name="connsiteY3" fmla="*/ 0 h 24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" h="2425423">
                <a:moveTo>
                  <a:pt x="0" y="2425423"/>
                </a:moveTo>
                <a:cubicBezTo>
                  <a:pt x="260650" y="2425423"/>
                  <a:pt x="471948" y="2214125"/>
                  <a:pt x="471948" y="1953475"/>
                </a:cubicBezTo>
                <a:lnTo>
                  <a:pt x="471948" y="471948"/>
                </a:lnTo>
                <a:cubicBezTo>
                  <a:pt x="471948" y="211298"/>
                  <a:pt x="260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"/>
          <p:cNvSpPr txBox="1">
            <a:spLocks noChangeArrowheads="1"/>
          </p:cNvSpPr>
          <p:nvPr/>
        </p:nvSpPr>
        <p:spPr bwMode="auto">
          <a:xfrm>
            <a:off x="3322430" y="3271822"/>
            <a:ext cx="556341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The Experiment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776B01E-CE9F-E483-94E2-AD9AA890244E}"/>
              </a:ext>
            </a:extLst>
          </p:cNvPr>
          <p:cNvGrpSpPr/>
          <p:nvPr/>
        </p:nvGrpSpPr>
        <p:grpSpPr>
          <a:xfrm>
            <a:off x="5258884" y="1354667"/>
            <a:ext cx="1690508" cy="1690508"/>
            <a:chOff x="5254932" y="1151031"/>
            <a:chExt cx="1690508" cy="1690508"/>
          </a:xfrm>
        </p:grpSpPr>
        <p:sp>
          <p:nvSpPr>
            <p:cNvPr id="30" name="îśḻiďè">
              <a:extLst>
                <a:ext uri="{FF2B5EF4-FFF2-40B4-BE49-F238E27FC236}">
                  <a16:creationId xmlns:a16="http://schemas.microsoft.com/office/drawing/2014/main" id="{189FFE6D-9BB7-D63F-4A4A-F8B436D67321}"/>
                </a:ext>
              </a:extLst>
            </p:cNvPr>
            <p:cNvSpPr/>
            <p:nvPr/>
          </p:nvSpPr>
          <p:spPr>
            <a:xfrm rot="5400000" flipH="1">
              <a:off x="5254932" y="1151031"/>
              <a:ext cx="1690508" cy="1690508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38" name="section_no"/>
            <p:cNvSpPr>
              <a:spLocks noChangeArrowheads="1"/>
            </p:cNvSpPr>
            <p:nvPr/>
          </p:nvSpPr>
          <p:spPr bwMode="auto">
            <a:xfrm>
              <a:off x="5558156" y="1434368"/>
              <a:ext cx="1091966" cy="1123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6000" b="1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Arial" panose="020B0604020202020204" pitchFamily="34" charset="0"/>
                </a:rPr>
                <a:t>03</a:t>
              </a:r>
            </a:p>
          </p:txBody>
        </p:sp>
      </p:grpSp>
      <p:sp>
        <p:nvSpPr>
          <p:cNvPr id="18" name="subtitle">
            <a:extLst>
              <a:ext uri="{FF2B5EF4-FFF2-40B4-BE49-F238E27FC236}">
                <a16:creationId xmlns:a16="http://schemas.microsoft.com/office/drawing/2014/main" id="{B8A180D0-ED00-4497-8C88-B3FB1A6817F4}"/>
              </a:ext>
            </a:extLst>
          </p:cNvPr>
          <p:cNvSpPr txBox="1"/>
          <p:nvPr/>
        </p:nvSpPr>
        <p:spPr>
          <a:xfrm>
            <a:off x="3542284" y="4457956"/>
            <a:ext cx="5107432" cy="5168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 CN" panose="02020400000000000000" pitchFamily="18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Groundbreaking Research</a:t>
            </a:r>
          </a:p>
        </p:txBody>
      </p:sp>
      <p:sp>
        <p:nvSpPr>
          <p:cNvPr id="58" name="iconfont-1192-812027">
            <a:extLst>
              <a:ext uri="{FF2B5EF4-FFF2-40B4-BE49-F238E27FC236}">
                <a16:creationId xmlns:a16="http://schemas.microsoft.com/office/drawing/2014/main" id="{F0CA0E6C-2384-46DA-AF08-95A639F368C0}"/>
              </a:ext>
            </a:extLst>
          </p:cNvPr>
          <p:cNvSpPr/>
          <p:nvPr/>
        </p:nvSpPr>
        <p:spPr>
          <a:xfrm>
            <a:off x="11105838" y="676585"/>
            <a:ext cx="413062" cy="412440"/>
          </a:xfrm>
          <a:custGeom>
            <a:avLst/>
            <a:gdLst>
              <a:gd name="connsiteX0" fmla="*/ 445247 w 609262"/>
              <a:gd name="connsiteY0" fmla="*/ 196101 h 608345"/>
              <a:gd name="connsiteX1" fmla="*/ 577480 w 609262"/>
              <a:gd name="connsiteY1" fmla="*/ 196101 h 608345"/>
              <a:gd name="connsiteX2" fmla="*/ 609262 w 609262"/>
              <a:gd name="connsiteY2" fmla="*/ 227930 h 608345"/>
              <a:gd name="connsiteX3" fmla="*/ 609262 w 609262"/>
              <a:gd name="connsiteY3" fmla="*/ 576612 h 608345"/>
              <a:gd name="connsiteX4" fmla="*/ 577480 w 609262"/>
              <a:gd name="connsiteY4" fmla="*/ 608345 h 608345"/>
              <a:gd name="connsiteX5" fmla="*/ 228262 w 609262"/>
              <a:gd name="connsiteY5" fmla="*/ 608345 h 608345"/>
              <a:gd name="connsiteX6" fmla="*/ 196384 w 609262"/>
              <a:gd name="connsiteY6" fmla="*/ 576612 h 608345"/>
              <a:gd name="connsiteX7" fmla="*/ 196384 w 609262"/>
              <a:gd name="connsiteY7" fmla="*/ 444582 h 608345"/>
              <a:gd name="connsiteX8" fmla="*/ 260044 w 609262"/>
              <a:gd name="connsiteY8" fmla="*/ 444582 h 608345"/>
              <a:gd name="connsiteX9" fmla="*/ 260044 w 609262"/>
              <a:gd name="connsiteY9" fmla="*/ 544878 h 608345"/>
              <a:gd name="connsiteX10" fmla="*/ 545698 w 609262"/>
              <a:gd name="connsiteY10" fmla="*/ 544878 h 608345"/>
              <a:gd name="connsiteX11" fmla="*/ 545698 w 609262"/>
              <a:gd name="connsiteY11" fmla="*/ 259664 h 608345"/>
              <a:gd name="connsiteX12" fmla="*/ 445247 w 609262"/>
              <a:gd name="connsiteY12" fmla="*/ 259664 h 608345"/>
              <a:gd name="connsiteX13" fmla="*/ 19936 w 609262"/>
              <a:gd name="connsiteY13" fmla="*/ 0 h 608345"/>
              <a:gd name="connsiteX14" fmla="*/ 382922 w 609262"/>
              <a:gd name="connsiteY14" fmla="*/ 0 h 608345"/>
              <a:gd name="connsiteX15" fmla="*/ 402858 w 609262"/>
              <a:gd name="connsiteY15" fmla="*/ 19908 h 608345"/>
              <a:gd name="connsiteX16" fmla="*/ 402858 w 609262"/>
              <a:gd name="connsiteY16" fmla="*/ 382386 h 608345"/>
              <a:gd name="connsiteX17" fmla="*/ 382922 w 609262"/>
              <a:gd name="connsiteY17" fmla="*/ 402294 h 608345"/>
              <a:gd name="connsiteX18" fmla="*/ 19936 w 609262"/>
              <a:gd name="connsiteY18" fmla="*/ 402294 h 608345"/>
              <a:gd name="connsiteX19" fmla="*/ 0 w 609262"/>
              <a:gd name="connsiteY19" fmla="*/ 382386 h 608345"/>
              <a:gd name="connsiteX20" fmla="*/ 0 w 609262"/>
              <a:gd name="connsiteY20" fmla="*/ 19908 h 608345"/>
              <a:gd name="connsiteX21" fmla="*/ 19936 w 609262"/>
              <a:gd name="connsiteY21" fmla="*/ 0 h 60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262" h="608345">
                <a:moveTo>
                  <a:pt x="445247" y="196101"/>
                </a:moveTo>
                <a:lnTo>
                  <a:pt x="577480" y="196101"/>
                </a:lnTo>
                <a:cubicBezTo>
                  <a:pt x="595008" y="196101"/>
                  <a:pt x="609262" y="210333"/>
                  <a:pt x="609262" y="227930"/>
                </a:cubicBezTo>
                <a:lnTo>
                  <a:pt x="609262" y="576612"/>
                </a:lnTo>
                <a:cubicBezTo>
                  <a:pt x="609262" y="594113"/>
                  <a:pt x="595008" y="608345"/>
                  <a:pt x="577480" y="608345"/>
                </a:cubicBezTo>
                <a:lnTo>
                  <a:pt x="228262" y="608345"/>
                </a:lnTo>
                <a:cubicBezTo>
                  <a:pt x="210638" y="608345"/>
                  <a:pt x="196384" y="594113"/>
                  <a:pt x="196384" y="576612"/>
                </a:cubicBezTo>
                <a:lnTo>
                  <a:pt x="196384" y="444582"/>
                </a:lnTo>
                <a:lnTo>
                  <a:pt x="260044" y="444582"/>
                </a:lnTo>
                <a:lnTo>
                  <a:pt x="260044" y="544878"/>
                </a:lnTo>
                <a:lnTo>
                  <a:pt x="545698" y="544878"/>
                </a:lnTo>
                <a:lnTo>
                  <a:pt x="545698" y="259664"/>
                </a:lnTo>
                <a:lnTo>
                  <a:pt x="445247" y="259664"/>
                </a:lnTo>
                <a:close/>
                <a:moveTo>
                  <a:pt x="19936" y="0"/>
                </a:moveTo>
                <a:lnTo>
                  <a:pt x="382922" y="0"/>
                </a:lnTo>
                <a:cubicBezTo>
                  <a:pt x="393901" y="0"/>
                  <a:pt x="402858" y="8848"/>
                  <a:pt x="402858" y="19908"/>
                </a:cubicBezTo>
                <a:lnTo>
                  <a:pt x="402858" y="382386"/>
                </a:lnTo>
                <a:cubicBezTo>
                  <a:pt x="402858" y="393350"/>
                  <a:pt x="393901" y="402294"/>
                  <a:pt x="382922" y="402294"/>
                </a:cubicBezTo>
                <a:lnTo>
                  <a:pt x="19936" y="402294"/>
                </a:lnTo>
                <a:cubicBezTo>
                  <a:pt x="8957" y="402294"/>
                  <a:pt x="0" y="393350"/>
                  <a:pt x="0" y="382386"/>
                </a:cubicBezTo>
                <a:lnTo>
                  <a:pt x="0" y="19908"/>
                </a:lnTo>
                <a:cubicBezTo>
                  <a:pt x="0" y="8848"/>
                  <a:pt x="8957" y="0"/>
                  <a:pt x="199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5FA3E914-C164-4BF2-ACD1-720314A5ECE8}"/>
              </a:ext>
            </a:extLst>
          </p:cNvPr>
          <p:cNvGrpSpPr/>
          <p:nvPr/>
        </p:nvGrpSpPr>
        <p:grpSpPr>
          <a:xfrm rot="5400000" flipH="1">
            <a:off x="1189310" y="5460766"/>
            <a:ext cx="292598" cy="1346667"/>
            <a:chOff x="1724433" y="1612606"/>
            <a:chExt cx="241950" cy="1113561"/>
          </a:xfrm>
          <a:solidFill>
            <a:schemeClr val="accent2"/>
          </a:solidFill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E306BE01-C43C-433B-B5AB-5957FA3ADA8F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569C2B12-5DE7-4190-AF2E-39B7A8629217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517CADFB-DDDB-437C-A1E1-CD9BB7B63F09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4479E5D8-8CCD-4AED-9FA0-A68EB27EDAC2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656FC442-7A2A-4818-870F-C6113265F5B8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FBC4251F-566A-4569-AAAA-C5973D8F12A7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C4E78EA2-B42B-40FD-930A-30DB963E89F2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10121E58-DBDF-4889-A1C6-A4D59EF7EE7C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14DDA557-95A1-4D45-A635-A6AA8AEC0283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7D21E0D0-07E1-426F-902C-F5386465DAD3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1CD214AE-A04F-4DAF-91B6-4FEED3CA446A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D392E9C4-24BF-4B4D-94E4-C47677454428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92CCDEC3-FA16-4FD6-880B-5581190B3E83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89ED4752-703E-418E-BB9B-87338A5079E2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84B65BEE-95B6-4F64-BF25-88A9376E5988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EA40A5FC-B2B2-4A90-8E71-737634D29F48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20BBF7BF-624E-4C1B-8F3A-9DCCF027ECE6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D3E216AF-5FFB-4697-A339-15AE1902FE29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íṧ1iḑê">
            <a:extLst>
              <a:ext uri="{FF2B5EF4-FFF2-40B4-BE49-F238E27FC236}">
                <a16:creationId xmlns:a16="http://schemas.microsoft.com/office/drawing/2014/main" id="{950C257B-2DE8-0BBB-60FE-77AF020FB7C4}"/>
              </a:ext>
            </a:extLst>
          </p:cNvPr>
          <p:cNvSpPr/>
          <p:nvPr/>
        </p:nvSpPr>
        <p:spPr>
          <a:xfrm rot="17882556" flipH="1" flipV="1">
            <a:off x="472364" y="-1203952"/>
            <a:ext cx="2352478" cy="2298876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34" name="îSḻiḋé">
            <a:extLst>
              <a:ext uri="{FF2B5EF4-FFF2-40B4-BE49-F238E27FC236}">
                <a16:creationId xmlns:a16="http://schemas.microsoft.com/office/drawing/2014/main" id="{09BB31A4-2D83-FA54-57FB-8620A9A186F3}"/>
              </a:ext>
            </a:extLst>
          </p:cNvPr>
          <p:cNvSpPr/>
          <p:nvPr/>
        </p:nvSpPr>
        <p:spPr>
          <a:xfrm flipV="1">
            <a:off x="0" y="-15947"/>
            <a:ext cx="617828" cy="3175126"/>
          </a:xfrm>
          <a:custGeom>
            <a:avLst/>
            <a:gdLst>
              <a:gd name="connsiteX0" fmla="*/ 0 w 471948"/>
              <a:gd name="connsiteY0" fmla="*/ 2425423 h 2425423"/>
              <a:gd name="connsiteX1" fmla="*/ 471948 w 471948"/>
              <a:gd name="connsiteY1" fmla="*/ 1953475 h 2425423"/>
              <a:gd name="connsiteX2" fmla="*/ 471948 w 471948"/>
              <a:gd name="connsiteY2" fmla="*/ 471948 h 2425423"/>
              <a:gd name="connsiteX3" fmla="*/ 0 w 471948"/>
              <a:gd name="connsiteY3" fmla="*/ 0 h 24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" h="2425423">
                <a:moveTo>
                  <a:pt x="0" y="2425423"/>
                </a:moveTo>
                <a:cubicBezTo>
                  <a:pt x="260650" y="2425423"/>
                  <a:pt x="471948" y="2214125"/>
                  <a:pt x="471948" y="1953475"/>
                </a:cubicBezTo>
                <a:lnTo>
                  <a:pt x="471948" y="471948"/>
                </a:lnTo>
                <a:cubicBezTo>
                  <a:pt x="471948" y="211298"/>
                  <a:pt x="260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35" name="iṧḷíďè">
            <a:extLst>
              <a:ext uri="{FF2B5EF4-FFF2-40B4-BE49-F238E27FC236}">
                <a16:creationId xmlns:a16="http://schemas.microsoft.com/office/drawing/2014/main" id="{04A42DD6-3A30-E934-8B66-6A5B4B9EFA9A}"/>
              </a:ext>
            </a:extLst>
          </p:cNvPr>
          <p:cNvSpPr/>
          <p:nvPr/>
        </p:nvSpPr>
        <p:spPr>
          <a:xfrm flipH="1" flipV="1">
            <a:off x="6344" y="10517"/>
            <a:ext cx="5807985" cy="2463032"/>
          </a:xfrm>
          <a:custGeom>
            <a:avLst/>
            <a:gdLst>
              <a:gd name="connsiteX0" fmla="*/ 5807796 w 5807985"/>
              <a:gd name="connsiteY0" fmla="*/ 43921 h 2463032"/>
              <a:gd name="connsiteX1" fmla="*/ 5061375 w 5807985"/>
              <a:gd name="connsiteY1" fmla="*/ 136964 h 2463032"/>
              <a:gd name="connsiteX2" fmla="*/ 4374333 w 5807985"/>
              <a:gd name="connsiteY2" fmla="*/ 1040537 h 2463032"/>
              <a:gd name="connsiteX3" fmla="*/ 4368849 w 5807985"/>
              <a:gd name="connsiteY3" fmla="*/ 1051506 h 2463032"/>
              <a:gd name="connsiteX4" fmla="*/ 3716793 w 5807985"/>
              <a:gd name="connsiteY4" fmla="*/ 1963589 h 2463032"/>
              <a:gd name="connsiteX5" fmla="*/ 2393581 w 5807985"/>
              <a:gd name="connsiteY5" fmla="*/ 2209434 h 2463032"/>
              <a:gd name="connsiteX6" fmla="*/ 1938391 w 5807985"/>
              <a:gd name="connsiteY6" fmla="*/ 2143623 h 2463032"/>
              <a:gd name="connsiteX7" fmla="*/ 1022146 w 5807985"/>
              <a:gd name="connsiteY7" fmla="*/ 2057010 h 2463032"/>
              <a:gd name="connsiteX8" fmla="*/ 345128 w 5807985"/>
              <a:gd name="connsiteY8" fmla="*/ 2217566 h 2463032"/>
              <a:gd name="connsiteX9" fmla="*/ 0 w 5807985"/>
              <a:gd name="connsiteY9" fmla="*/ 2463032 h 2463032"/>
              <a:gd name="connsiteX10" fmla="*/ 12860 w 5807985"/>
              <a:gd name="connsiteY10" fmla="*/ 2463032 h 2463032"/>
              <a:gd name="connsiteX11" fmla="*/ 349289 w 5807985"/>
              <a:gd name="connsiteY11" fmla="*/ 2225698 h 2463032"/>
              <a:gd name="connsiteX12" fmla="*/ 1022714 w 5807985"/>
              <a:gd name="connsiteY12" fmla="*/ 2066088 h 2463032"/>
              <a:gd name="connsiteX13" fmla="*/ 1937256 w 5807985"/>
              <a:gd name="connsiteY13" fmla="*/ 2152511 h 2463032"/>
              <a:gd name="connsiteX14" fmla="*/ 2392825 w 5807985"/>
              <a:gd name="connsiteY14" fmla="*/ 2218511 h 2463032"/>
              <a:gd name="connsiteX15" fmla="*/ 3722466 w 5807985"/>
              <a:gd name="connsiteY15" fmla="*/ 1970965 h 2463032"/>
              <a:gd name="connsiteX16" fmla="*/ 4377359 w 5807985"/>
              <a:gd name="connsiteY16" fmla="*/ 1055477 h 2463032"/>
              <a:gd name="connsiteX17" fmla="*/ 4382843 w 5807985"/>
              <a:gd name="connsiteY17" fmla="*/ 1044509 h 2463032"/>
              <a:gd name="connsiteX18" fmla="*/ 5066480 w 5807985"/>
              <a:gd name="connsiteY18" fmla="*/ 144528 h 2463032"/>
              <a:gd name="connsiteX19" fmla="*/ 5807985 w 5807985"/>
              <a:gd name="connsiteY19" fmla="*/ 53377 h 2463032"/>
              <a:gd name="connsiteX20" fmla="*/ 5807985 w 5807985"/>
              <a:gd name="connsiteY20" fmla="*/ 43921 h 2463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807985" h="2463032">
                <a:moveTo>
                  <a:pt x="5807796" y="43921"/>
                </a:moveTo>
                <a:cubicBezTo>
                  <a:pt x="5570651" y="-41368"/>
                  <a:pt x="5273935" y="1749"/>
                  <a:pt x="5061375" y="136964"/>
                </a:cubicBezTo>
                <a:cubicBezTo>
                  <a:pt x="4745369" y="338178"/>
                  <a:pt x="4556069" y="679146"/>
                  <a:pt x="4374333" y="1040537"/>
                </a:cubicBezTo>
                <a:lnTo>
                  <a:pt x="4368849" y="1051506"/>
                </a:lnTo>
                <a:cubicBezTo>
                  <a:pt x="4198270" y="1390961"/>
                  <a:pt x="4021829" y="1741951"/>
                  <a:pt x="3716793" y="1963589"/>
                </a:cubicBezTo>
                <a:cubicBezTo>
                  <a:pt x="3400977" y="2193170"/>
                  <a:pt x="2968101" y="2273543"/>
                  <a:pt x="2393581" y="2209434"/>
                </a:cubicBezTo>
                <a:cubicBezTo>
                  <a:pt x="2241536" y="2192414"/>
                  <a:pt x="2087410" y="2167640"/>
                  <a:pt x="1938391" y="2143623"/>
                </a:cubicBezTo>
                <a:cubicBezTo>
                  <a:pt x="1639027" y="2095400"/>
                  <a:pt x="1329641" y="2045475"/>
                  <a:pt x="1022146" y="2057010"/>
                </a:cubicBezTo>
                <a:cubicBezTo>
                  <a:pt x="778193" y="2066277"/>
                  <a:pt x="544073" y="2121686"/>
                  <a:pt x="345128" y="2217566"/>
                </a:cubicBezTo>
                <a:cubicBezTo>
                  <a:pt x="208022" y="2283566"/>
                  <a:pt x="92665" y="2365829"/>
                  <a:pt x="0" y="2463032"/>
                </a:cubicBezTo>
                <a:lnTo>
                  <a:pt x="12860" y="2463032"/>
                </a:lnTo>
                <a:cubicBezTo>
                  <a:pt x="103822" y="2369233"/>
                  <a:pt x="216154" y="2289806"/>
                  <a:pt x="349289" y="2225698"/>
                </a:cubicBezTo>
                <a:cubicBezTo>
                  <a:pt x="547099" y="2130575"/>
                  <a:pt x="779895" y="2075354"/>
                  <a:pt x="1022714" y="2066088"/>
                </a:cubicBezTo>
                <a:cubicBezTo>
                  <a:pt x="1329452" y="2054363"/>
                  <a:pt x="1638460" y="2104288"/>
                  <a:pt x="1937256" y="2152511"/>
                </a:cubicBezTo>
                <a:cubicBezTo>
                  <a:pt x="2086465" y="2176529"/>
                  <a:pt x="2240591" y="2201491"/>
                  <a:pt x="2392825" y="2218511"/>
                </a:cubicBezTo>
                <a:cubicBezTo>
                  <a:pt x="2969803" y="2282998"/>
                  <a:pt x="3404759" y="2201870"/>
                  <a:pt x="3722466" y="1970965"/>
                </a:cubicBezTo>
                <a:cubicBezTo>
                  <a:pt x="4029394" y="1747813"/>
                  <a:pt x="4206213" y="1395877"/>
                  <a:pt x="4377359" y="1055477"/>
                </a:cubicBezTo>
                <a:lnTo>
                  <a:pt x="4382843" y="1044509"/>
                </a:lnTo>
                <a:cubicBezTo>
                  <a:pt x="4563823" y="684441"/>
                  <a:pt x="4752367" y="344608"/>
                  <a:pt x="5066480" y="144528"/>
                </a:cubicBezTo>
                <a:cubicBezTo>
                  <a:pt x="5277717" y="10070"/>
                  <a:pt x="5573110" y="-32480"/>
                  <a:pt x="5807985" y="53377"/>
                </a:cubicBezTo>
                <a:lnTo>
                  <a:pt x="5807985" y="43921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39" name="ïŝliďê">
            <a:extLst>
              <a:ext uri="{FF2B5EF4-FFF2-40B4-BE49-F238E27FC236}">
                <a16:creationId xmlns:a16="http://schemas.microsoft.com/office/drawing/2014/main" id="{D9949E5E-6B28-68C8-0E4E-606378EDFBF5}"/>
              </a:ext>
            </a:extLst>
          </p:cNvPr>
          <p:cNvSpPr/>
          <p:nvPr/>
        </p:nvSpPr>
        <p:spPr>
          <a:xfrm rot="9293031">
            <a:off x="7935210" y="5963823"/>
            <a:ext cx="4122207" cy="1755429"/>
          </a:xfrm>
          <a:custGeom>
            <a:avLst/>
            <a:gdLst>
              <a:gd name="connsiteX0" fmla="*/ 4122208 w 4122207"/>
              <a:gd name="connsiteY0" fmla="*/ 1684350 h 1755429"/>
              <a:gd name="connsiteX1" fmla="*/ 3338009 w 4122207"/>
              <a:gd name="connsiteY1" fmla="*/ 1643275 h 1755429"/>
              <a:gd name="connsiteX2" fmla="*/ 3029514 w 4122207"/>
              <a:gd name="connsiteY2" fmla="*/ 1450137 h 1755429"/>
              <a:gd name="connsiteX3" fmla="*/ 2596340 w 4122207"/>
              <a:gd name="connsiteY3" fmla="*/ 1208933 h 1755429"/>
              <a:gd name="connsiteX4" fmla="*/ 1629783 w 4122207"/>
              <a:gd name="connsiteY4" fmla="*/ 1354297 h 1755429"/>
              <a:gd name="connsiteX5" fmla="*/ 674295 w 4122207"/>
              <a:gd name="connsiteY5" fmla="*/ 1500243 h 1755429"/>
              <a:gd name="connsiteX6" fmla="*/ 33710 w 4122207"/>
              <a:gd name="connsiteY6" fmla="*/ 695646 h 1755429"/>
              <a:gd name="connsiteX7" fmla="*/ 66337 w 4122207"/>
              <a:gd name="connsiteY7" fmla="*/ 0 h 1755429"/>
              <a:gd name="connsiteX8" fmla="*/ 52063 w 4122207"/>
              <a:gd name="connsiteY8" fmla="*/ 0 h 1755429"/>
              <a:gd name="connsiteX9" fmla="*/ 20019 w 4122207"/>
              <a:gd name="connsiteY9" fmla="*/ 697977 h 1755429"/>
              <a:gd name="connsiteX10" fmla="*/ 670508 w 4122207"/>
              <a:gd name="connsiteY10" fmla="*/ 1513934 h 1755429"/>
              <a:gd name="connsiteX11" fmla="*/ 1634735 w 4122207"/>
              <a:gd name="connsiteY11" fmla="*/ 1367697 h 1755429"/>
              <a:gd name="connsiteX12" fmla="*/ 2592262 w 4122207"/>
              <a:gd name="connsiteY12" fmla="*/ 1222625 h 1755429"/>
              <a:gd name="connsiteX13" fmla="*/ 3021358 w 4122207"/>
              <a:gd name="connsiteY13" fmla="*/ 1461790 h 1755429"/>
              <a:gd name="connsiteX14" fmla="*/ 3331891 w 4122207"/>
              <a:gd name="connsiteY14" fmla="*/ 1656093 h 1755429"/>
              <a:gd name="connsiteX15" fmla="*/ 3781961 w 4122207"/>
              <a:gd name="connsiteY15" fmla="*/ 1755429 h 1755429"/>
              <a:gd name="connsiteX16" fmla="*/ 4122208 w 4122207"/>
              <a:gd name="connsiteY16" fmla="*/ 1699498 h 1755429"/>
              <a:gd name="connsiteX17" fmla="*/ 4122208 w 4122207"/>
              <a:gd name="connsiteY17" fmla="*/ 1684350 h 175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22207" h="1755429">
                <a:moveTo>
                  <a:pt x="4122208" y="1684350"/>
                </a:moveTo>
                <a:cubicBezTo>
                  <a:pt x="3869644" y="1772325"/>
                  <a:pt x="3579502" y="1757760"/>
                  <a:pt x="3338009" y="1643275"/>
                </a:cubicBezTo>
                <a:cubicBezTo>
                  <a:pt x="3229060" y="1591422"/>
                  <a:pt x="3127685" y="1519760"/>
                  <a:pt x="3029514" y="1450137"/>
                </a:cubicBezTo>
                <a:cubicBezTo>
                  <a:pt x="2895222" y="1354879"/>
                  <a:pt x="2756268" y="1256417"/>
                  <a:pt x="2596340" y="1208933"/>
                </a:cubicBezTo>
                <a:cubicBezTo>
                  <a:pt x="2277068" y="1114258"/>
                  <a:pt x="1947891" y="1236316"/>
                  <a:pt x="1629783" y="1354297"/>
                </a:cubicBezTo>
                <a:cubicBezTo>
                  <a:pt x="1314588" y="1471112"/>
                  <a:pt x="988616" y="1592005"/>
                  <a:pt x="674295" y="1500243"/>
                </a:cubicBezTo>
                <a:cubicBezTo>
                  <a:pt x="307831" y="1393332"/>
                  <a:pt x="88476" y="1019000"/>
                  <a:pt x="33710" y="695646"/>
                </a:cubicBezTo>
                <a:cubicBezTo>
                  <a:pt x="-5907" y="460560"/>
                  <a:pt x="18854" y="220230"/>
                  <a:pt x="66337" y="0"/>
                </a:cubicBezTo>
                <a:lnTo>
                  <a:pt x="52063" y="0"/>
                </a:lnTo>
                <a:cubicBezTo>
                  <a:pt x="4580" y="220812"/>
                  <a:pt x="-19890" y="462016"/>
                  <a:pt x="20019" y="697977"/>
                </a:cubicBezTo>
                <a:cubicBezTo>
                  <a:pt x="75367" y="1025700"/>
                  <a:pt x="298217" y="1405276"/>
                  <a:pt x="670508" y="1513934"/>
                </a:cubicBezTo>
                <a:cubicBezTo>
                  <a:pt x="989198" y="1606862"/>
                  <a:pt x="1317502" y="1485386"/>
                  <a:pt x="1634735" y="1367697"/>
                </a:cubicBezTo>
                <a:cubicBezTo>
                  <a:pt x="1950804" y="1250591"/>
                  <a:pt x="2277359" y="1129406"/>
                  <a:pt x="2592262" y="1222625"/>
                </a:cubicBezTo>
                <a:cubicBezTo>
                  <a:pt x="2750151" y="1269526"/>
                  <a:pt x="2887939" y="1367114"/>
                  <a:pt x="3021358" y="1461790"/>
                </a:cubicBezTo>
                <a:cubicBezTo>
                  <a:pt x="3119820" y="1531704"/>
                  <a:pt x="3221777" y="1603657"/>
                  <a:pt x="3331891" y="1656093"/>
                </a:cubicBezTo>
                <a:cubicBezTo>
                  <a:pt x="3471136" y="1722220"/>
                  <a:pt x="3626694" y="1755429"/>
                  <a:pt x="3781961" y="1755429"/>
                </a:cubicBezTo>
                <a:cubicBezTo>
                  <a:pt x="3897610" y="1755429"/>
                  <a:pt x="4013259" y="1736786"/>
                  <a:pt x="4122208" y="1699498"/>
                </a:cubicBezTo>
                <a:lnTo>
                  <a:pt x="4122208" y="1684350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40" name="ï$1iďê">
            <a:extLst>
              <a:ext uri="{FF2B5EF4-FFF2-40B4-BE49-F238E27FC236}">
                <a16:creationId xmlns:a16="http://schemas.microsoft.com/office/drawing/2014/main" id="{DD696183-E616-7F88-3D76-A71B6C17AC08}"/>
              </a:ext>
            </a:extLst>
          </p:cNvPr>
          <p:cNvSpPr/>
          <p:nvPr/>
        </p:nvSpPr>
        <p:spPr>
          <a:xfrm rot="16200000" flipV="1">
            <a:off x="10959570" y="3729022"/>
            <a:ext cx="1625600" cy="812800"/>
          </a:xfrm>
          <a:custGeom>
            <a:avLst/>
            <a:gdLst>
              <a:gd name="connsiteX0" fmla="*/ 0 w 1625600"/>
              <a:gd name="connsiteY0" fmla="*/ 0 h 812800"/>
              <a:gd name="connsiteX1" fmla="*/ 146743 w 1625600"/>
              <a:gd name="connsiteY1" fmla="*/ 0 h 812800"/>
              <a:gd name="connsiteX2" fmla="*/ 812800 w 1625600"/>
              <a:gd name="connsiteY2" fmla="*/ 666057 h 812800"/>
              <a:gd name="connsiteX3" fmla="*/ 1478857 w 1625600"/>
              <a:gd name="connsiteY3" fmla="*/ 0 h 812800"/>
              <a:gd name="connsiteX4" fmla="*/ 1625600 w 1625600"/>
              <a:gd name="connsiteY4" fmla="*/ 0 h 812800"/>
              <a:gd name="connsiteX5" fmla="*/ 812800 w 1625600"/>
              <a:gd name="connsiteY5" fmla="*/ 812800 h 812800"/>
              <a:gd name="connsiteX6" fmla="*/ 0 w 1625600"/>
              <a:gd name="connsiteY6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0" h="812800">
                <a:moveTo>
                  <a:pt x="0" y="0"/>
                </a:moveTo>
                <a:lnTo>
                  <a:pt x="146743" y="0"/>
                </a:lnTo>
                <a:cubicBezTo>
                  <a:pt x="146743" y="367853"/>
                  <a:pt x="444947" y="666057"/>
                  <a:pt x="812800" y="666057"/>
                </a:cubicBezTo>
                <a:cubicBezTo>
                  <a:pt x="1180653" y="666057"/>
                  <a:pt x="1478857" y="367853"/>
                  <a:pt x="1478857" y="0"/>
                </a:cubicBezTo>
                <a:lnTo>
                  <a:pt x="1625600" y="0"/>
                </a:lnTo>
                <a:cubicBezTo>
                  <a:pt x="1625600" y="448897"/>
                  <a:pt x="1261697" y="812800"/>
                  <a:pt x="812800" y="812800"/>
                </a:cubicBezTo>
                <a:cubicBezTo>
                  <a:pt x="363903" y="812800"/>
                  <a:pt x="0" y="448897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41" name="îṥ1íḓé">
            <a:extLst>
              <a:ext uri="{FF2B5EF4-FFF2-40B4-BE49-F238E27FC236}">
                <a16:creationId xmlns:a16="http://schemas.microsoft.com/office/drawing/2014/main" id="{327A7734-E2A2-E410-4ADF-A4CBCCB5F92B}"/>
              </a:ext>
            </a:extLst>
          </p:cNvPr>
          <p:cNvSpPr/>
          <p:nvPr/>
        </p:nvSpPr>
        <p:spPr>
          <a:xfrm>
            <a:off x="10575004" y="4716392"/>
            <a:ext cx="943896" cy="24254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42" name="íṧ1iḑê">
            <a:extLst>
              <a:ext uri="{FF2B5EF4-FFF2-40B4-BE49-F238E27FC236}">
                <a16:creationId xmlns:a16="http://schemas.microsoft.com/office/drawing/2014/main" id="{98B2946A-5465-6521-24B8-1B79CE9ACC22}"/>
              </a:ext>
            </a:extLst>
          </p:cNvPr>
          <p:cNvSpPr/>
          <p:nvPr/>
        </p:nvSpPr>
        <p:spPr>
          <a:xfrm rot="17882556" flipH="1" flipV="1">
            <a:off x="8284291" y="5824929"/>
            <a:ext cx="2162973" cy="2113689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空心弧 40">
            <a:extLst>
              <a:ext uri="{FF2B5EF4-FFF2-40B4-BE49-F238E27FC236}">
                <a16:creationId xmlns:a16="http://schemas.microsoft.com/office/drawing/2014/main" id="{3AD41625-1176-4838-8329-3102FEFE581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861219" y="1666761"/>
            <a:ext cx="4090987" cy="4092575"/>
          </a:xfrm>
          <a:custGeom>
            <a:avLst/>
            <a:gdLst>
              <a:gd name="T0" fmla="*/ 2147483646 w 21600"/>
              <a:gd name="T1" fmla="*/ 0 h 21600"/>
              <a:gd name="T2" fmla="*/ 910380974 w 21600"/>
              <a:gd name="T3" fmla="*/ 2147483646 h 21600"/>
              <a:gd name="T4" fmla="*/ 2147483646 w 21600"/>
              <a:gd name="T5" fmla="*/ 1829714684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0 w 21600"/>
              <a:gd name="T13" fmla="*/ 0 h 21600"/>
              <a:gd name="T14" fmla="*/ 21600 w 21600"/>
              <a:gd name="T15" fmla="*/ 771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69" y="10800"/>
                </a:moveTo>
                <a:cubicBezTo>
                  <a:pt x="269" y="4983"/>
                  <a:pt x="4983" y="269"/>
                  <a:pt x="10800" y="269"/>
                </a:cubicBezTo>
                <a:cubicBezTo>
                  <a:pt x="16616" y="268"/>
                  <a:pt x="21330" y="4983"/>
                  <a:pt x="21331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269" y="10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91431" tIns="45716" rIns="91431" bIns="45716" anchor="ctr"/>
          <a:lstStyle/>
          <a:p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162" name="椭圆 41">
            <a:extLst>
              <a:ext uri="{FF2B5EF4-FFF2-40B4-BE49-F238E27FC236}">
                <a16:creationId xmlns:a16="http://schemas.microsoft.com/office/drawing/2014/main" id="{75B770DA-2BEE-45B9-BF87-45313C0B7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350" y="1731055"/>
            <a:ext cx="514350" cy="5127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lIns="91431" tIns="45716" rIns="91431" bIns="45716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163" name="椭圆 42">
            <a:extLst>
              <a:ext uri="{FF2B5EF4-FFF2-40B4-BE49-F238E27FC236}">
                <a16:creationId xmlns:a16="http://schemas.microsoft.com/office/drawing/2014/main" id="{F07EBBA6-272B-48D4-A70D-7238F1148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2950" y="2816905"/>
            <a:ext cx="512763" cy="5127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91431" tIns="45716" rIns="91431" bIns="45716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40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164" name="椭圆 43">
            <a:extLst>
              <a:ext uri="{FF2B5EF4-FFF2-40B4-BE49-F238E27FC236}">
                <a16:creationId xmlns:a16="http://schemas.microsoft.com/office/drawing/2014/main" id="{6B82988D-62B2-4700-AC01-70E565C14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4063" y="4085317"/>
            <a:ext cx="512762" cy="5127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lIns="91431" tIns="45716" rIns="91431" bIns="45716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40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165" name="椭圆 44">
            <a:extLst>
              <a:ext uri="{FF2B5EF4-FFF2-40B4-BE49-F238E27FC236}">
                <a16:creationId xmlns:a16="http://schemas.microsoft.com/office/drawing/2014/main" id="{1ADD508C-10DB-45E3-B6E7-DC0372263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113" y="5201330"/>
            <a:ext cx="512762" cy="51276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lIns="91431" tIns="45716" rIns="91431" bIns="45716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anose="02000000000000000000" pitchFamily="2" charset="-122"/>
                <a:ea typeface="方正兰亭黑_GBK" panose="02000000000000000000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400">
              <a:solidFill>
                <a:schemeClr val="tx1">
                  <a:lumMod val="75000"/>
                  <a:lumOff val="25000"/>
                </a:schemeClr>
              </a:solidFill>
              <a:latin typeface="字魂36号-正文宋楷" panose="02000000000000000000" pitchFamily="2" charset="-122"/>
              <a:ea typeface="字魂36号-正文宋楷" panose="02000000000000000000" pitchFamily="2" charset="-122"/>
              <a:sym typeface="Arial" panose="020B0604020202020204" pitchFamily="34" charset="0"/>
            </a:endParaRPr>
          </a:p>
        </p:txBody>
      </p:sp>
      <p:grpSp>
        <p:nvGrpSpPr>
          <p:cNvPr id="166" name="Group 14">
            <a:extLst>
              <a:ext uri="{FF2B5EF4-FFF2-40B4-BE49-F238E27FC236}">
                <a16:creationId xmlns:a16="http://schemas.microsoft.com/office/drawing/2014/main" id="{72155ACE-B635-4FA0-AFD9-E7363E3A21D2}"/>
              </a:ext>
            </a:extLst>
          </p:cNvPr>
          <p:cNvGrpSpPr>
            <a:grpSpLocks/>
          </p:cNvGrpSpPr>
          <p:nvPr/>
        </p:nvGrpSpPr>
        <p:grpSpPr bwMode="auto">
          <a:xfrm>
            <a:off x="4200525" y="1507217"/>
            <a:ext cx="2390775" cy="955675"/>
            <a:chOff x="0" y="0"/>
            <a:chExt cx="2390955" cy="956128"/>
          </a:xfrm>
        </p:grpSpPr>
        <p:sp>
          <p:nvSpPr>
            <p:cNvPr id="167" name="直接连接符 52">
              <a:extLst>
                <a:ext uri="{FF2B5EF4-FFF2-40B4-BE49-F238E27FC236}">
                  <a16:creationId xmlns:a16="http://schemas.microsoft.com/office/drawing/2014/main" id="{E970C586-F9CB-40AA-88A7-9552C713CE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80739"/>
              <a:ext cx="1440000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endParaRPr>
            </a:p>
          </p:txBody>
        </p:sp>
        <p:sp>
          <p:nvSpPr>
            <p:cNvPr id="168" name="椭圆 53">
              <a:extLst>
                <a:ext uri="{FF2B5EF4-FFF2-40B4-BE49-F238E27FC236}">
                  <a16:creationId xmlns:a16="http://schemas.microsoft.com/office/drawing/2014/main" id="{BB5619C9-FB2C-4459-8CD4-61FD838D4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827" y="0"/>
              <a:ext cx="956128" cy="956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240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Arial" panose="020B0604020202020204" pitchFamily="34" charset="0"/>
              </a:endParaRPr>
            </a:p>
          </p:txBody>
        </p:sp>
        <p:grpSp>
          <p:nvGrpSpPr>
            <p:cNvPr id="169" name="Group 17">
              <a:extLst>
                <a:ext uri="{FF2B5EF4-FFF2-40B4-BE49-F238E27FC236}">
                  <a16:creationId xmlns:a16="http://schemas.microsoft.com/office/drawing/2014/main" id="{4CB7CC67-A0CA-40F6-AD4D-BBD6F4CA85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3199" y="210298"/>
              <a:ext cx="419385" cy="504000"/>
              <a:chOff x="0" y="0"/>
              <a:chExt cx="239649" cy="288000"/>
            </a:xfrm>
          </p:grpSpPr>
          <p:sp>
            <p:nvSpPr>
              <p:cNvPr id="170" name="Freeform 846">
                <a:extLst>
                  <a:ext uri="{FF2B5EF4-FFF2-40B4-BE49-F238E27FC236}">
                    <a16:creationId xmlns:a16="http://schemas.microsoft.com/office/drawing/2014/main" id="{B8509319-BA7B-41B8-BD05-488A254E7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54657"/>
                <a:ext cx="239649" cy="233343"/>
              </a:xfrm>
              <a:custGeom>
                <a:avLst/>
                <a:gdLst>
                  <a:gd name="T0" fmla="*/ 2147483646 w 48"/>
                  <a:gd name="T1" fmla="*/ 0 h 47"/>
                  <a:gd name="T2" fmla="*/ 2147483646 w 48"/>
                  <a:gd name="T3" fmla="*/ 2147483646 h 47"/>
                  <a:gd name="T4" fmla="*/ 2147483646 w 48"/>
                  <a:gd name="T5" fmla="*/ 2147483646 h 47"/>
                  <a:gd name="T6" fmla="*/ 2147483646 w 48"/>
                  <a:gd name="T7" fmla="*/ 2147483646 h 47"/>
                  <a:gd name="T8" fmla="*/ 2147483646 w 48"/>
                  <a:gd name="T9" fmla="*/ 2147483646 h 47"/>
                  <a:gd name="T10" fmla="*/ 2147483646 w 48"/>
                  <a:gd name="T11" fmla="*/ 2147483646 h 47"/>
                  <a:gd name="T12" fmla="*/ 2147483646 w 48"/>
                  <a:gd name="T13" fmla="*/ 0 h 47"/>
                  <a:gd name="T14" fmla="*/ 0 w 48"/>
                  <a:gd name="T15" fmla="*/ 2147483646 h 47"/>
                  <a:gd name="T16" fmla="*/ 2147483646 w 48"/>
                  <a:gd name="T17" fmla="*/ 2147483646 h 47"/>
                  <a:gd name="T18" fmla="*/ 2147483646 w 48"/>
                  <a:gd name="T19" fmla="*/ 2147483646 h 47"/>
                  <a:gd name="T20" fmla="*/ 2147483646 w 48"/>
                  <a:gd name="T21" fmla="*/ 0 h 4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8"/>
                  <a:gd name="T34" fmla="*/ 0 h 47"/>
                  <a:gd name="T35" fmla="*/ 48 w 48"/>
                  <a:gd name="T36" fmla="*/ 47 h 4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8" h="47">
                    <a:moveTo>
                      <a:pt x="29" y="0"/>
                    </a:moveTo>
                    <a:cubicBezTo>
                      <a:pt x="29" y="7"/>
                      <a:pt x="29" y="7"/>
                      <a:pt x="29" y="7"/>
                    </a:cubicBezTo>
                    <a:cubicBezTo>
                      <a:pt x="36" y="9"/>
                      <a:pt x="41" y="16"/>
                      <a:pt x="41" y="23"/>
                    </a:cubicBezTo>
                    <a:cubicBezTo>
                      <a:pt x="41" y="33"/>
                      <a:pt x="33" y="41"/>
                      <a:pt x="24" y="41"/>
                    </a:cubicBezTo>
                    <a:cubicBezTo>
                      <a:pt x="14" y="41"/>
                      <a:pt x="6" y="33"/>
                      <a:pt x="6" y="23"/>
                    </a:cubicBezTo>
                    <a:cubicBezTo>
                      <a:pt x="6" y="16"/>
                      <a:pt x="11" y="9"/>
                      <a:pt x="18" y="7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7" y="2"/>
                      <a:pt x="0" y="12"/>
                      <a:pt x="0" y="23"/>
                    </a:cubicBezTo>
                    <a:cubicBezTo>
                      <a:pt x="0" y="37"/>
                      <a:pt x="10" y="47"/>
                      <a:pt x="24" y="47"/>
                    </a:cubicBezTo>
                    <a:cubicBezTo>
                      <a:pt x="37" y="47"/>
                      <a:pt x="48" y="37"/>
                      <a:pt x="48" y="23"/>
                    </a:cubicBezTo>
                    <a:cubicBezTo>
                      <a:pt x="48" y="12"/>
                      <a:pt x="40" y="2"/>
                      <a:pt x="2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</a:endParaRPr>
              </a:p>
            </p:txBody>
          </p:sp>
          <p:sp>
            <p:nvSpPr>
              <p:cNvPr id="171" name="Freeform 847">
                <a:extLst>
                  <a:ext uri="{FF2B5EF4-FFF2-40B4-BE49-F238E27FC236}">
                    <a16:creationId xmlns:a16="http://schemas.microsoft.com/office/drawing/2014/main" id="{68E10011-D491-44AC-AC64-BEC47518C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99" y="0"/>
                <a:ext cx="44147" cy="138744"/>
              </a:xfrm>
              <a:custGeom>
                <a:avLst/>
                <a:gdLst>
                  <a:gd name="T0" fmla="*/ 2147483646 w 9"/>
                  <a:gd name="T1" fmla="*/ 0 h 28"/>
                  <a:gd name="T2" fmla="*/ 2147483646 w 9"/>
                  <a:gd name="T3" fmla="*/ 0 h 28"/>
                  <a:gd name="T4" fmla="*/ 0 w 9"/>
                  <a:gd name="T5" fmla="*/ 2147483646 h 28"/>
                  <a:gd name="T6" fmla="*/ 0 w 9"/>
                  <a:gd name="T7" fmla="*/ 2147483646 h 28"/>
                  <a:gd name="T8" fmla="*/ 0 w 9"/>
                  <a:gd name="T9" fmla="*/ 2147483646 h 28"/>
                  <a:gd name="T10" fmla="*/ 0 w 9"/>
                  <a:gd name="T11" fmla="*/ 2147483646 h 28"/>
                  <a:gd name="T12" fmla="*/ 2147483646 w 9"/>
                  <a:gd name="T13" fmla="*/ 2147483646 h 28"/>
                  <a:gd name="T14" fmla="*/ 2147483646 w 9"/>
                  <a:gd name="T15" fmla="*/ 2147483646 h 28"/>
                  <a:gd name="T16" fmla="*/ 2147483646 w 9"/>
                  <a:gd name="T17" fmla="*/ 2147483646 h 28"/>
                  <a:gd name="T18" fmla="*/ 2147483646 w 9"/>
                  <a:gd name="T19" fmla="*/ 2147483646 h 28"/>
                  <a:gd name="T20" fmla="*/ 2147483646 w 9"/>
                  <a:gd name="T21" fmla="*/ 2147483646 h 28"/>
                  <a:gd name="T22" fmla="*/ 2147483646 w 9"/>
                  <a:gd name="T23" fmla="*/ 2147483646 h 28"/>
                  <a:gd name="T24" fmla="*/ 2147483646 w 9"/>
                  <a:gd name="T25" fmla="*/ 0 h 2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"/>
                  <a:gd name="T40" fmla="*/ 0 h 28"/>
                  <a:gd name="T41" fmla="*/ 9 w 9"/>
                  <a:gd name="T42" fmla="*/ 28 h 2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" h="28">
                    <a:moveTo>
                      <a:pt x="7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6"/>
                      <a:pt x="0" y="26"/>
                      <a:pt x="0" y="26"/>
                    </a:cubicBezTo>
                    <a:cubicBezTo>
                      <a:pt x="0" y="27"/>
                      <a:pt x="1" y="28"/>
                      <a:pt x="2" y="28"/>
                    </a:cubicBezTo>
                    <a:cubicBezTo>
                      <a:pt x="7" y="28"/>
                      <a:pt x="7" y="28"/>
                      <a:pt x="7" y="28"/>
                    </a:cubicBezTo>
                    <a:cubicBezTo>
                      <a:pt x="8" y="28"/>
                      <a:pt x="9" y="27"/>
                      <a:pt x="9" y="2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8" y="0"/>
                      <a:pt x="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/>
              <a:p>
                <a:endPara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36号-正文宋楷" panose="02000000000000000000" pitchFamily="2" charset="-122"/>
                  <a:ea typeface="字魂36号-正文宋楷" panose="02000000000000000000" pitchFamily="2" charset="-122"/>
                </a:endParaRPr>
              </a:p>
            </p:txBody>
          </p:sp>
        </p:grpSp>
      </p:grpSp>
      <p:grpSp>
        <p:nvGrpSpPr>
          <p:cNvPr id="172" name="Group 20">
            <a:extLst>
              <a:ext uri="{FF2B5EF4-FFF2-40B4-BE49-F238E27FC236}">
                <a16:creationId xmlns:a16="http://schemas.microsoft.com/office/drawing/2014/main" id="{9CD58954-45D1-4CCB-881D-E0386861EEB4}"/>
              </a:ext>
            </a:extLst>
          </p:cNvPr>
          <p:cNvGrpSpPr>
            <a:grpSpLocks/>
          </p:cNvGrpSpPr>
          <p:nvPr/>
        </p:nvGrpSpPr>
        <p:grpSpPr bwMode="auto">
          <a:xfrm>
            <a:off x="4206875" y="4979080"/>
            <a:ext cx="2384425" cy="957262"/>
            <a:chOff x="0" y="0"/>
            <a:chExt cx="2383653" cy="956128"/>
          </a:xfrm>
        </p:grpSpPr>
        <p:sp>
          <p:nvSpPr>
            <p:cNvPr id="173" name="直接连接符 58">
              <a:extLst>
                <a:ext uri="{FF2B5EF4-FFF2-40B4-BE49-F238E27FC236}">
                  <a16:creationId xmlns:a16="http://schemas.microsoft.com/office/drawing/2014/main" id="{A8F4AF86-7F98-4254-BBD3-A4BB16D7CA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78064"/>
              <a:ext cx="1440000" cy="1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endParaRPr>
            </a:p>
          </p:txBody>
        </p:sp>
        <p:sp>
          <p:nvSpPr>
            <p:cNvPr id="174" name="椭圆 59">
              <a:extLst>
                <a:ext uri="{FF2B5EF4-FFF2-40B4-BE49-F238E27FC236}">
                  <a16:creationId xmlns:a16="http://schemas.microsoft.com/office/drawing/2014/main" id="{614EAE92-5C16-4051-9D29-3BCA9E739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7525" y="0"/>
              <a:ext cx="956128" cy="956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240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175" name="Freeform 110">
              <a:extLst>
                <a:ext uri="{FF2B5EF4-FFF2-40B4-BE49-F238E27FC236}">
                  <a16:creationId xmlns:a16="http://schemas.microsoft.com/office/drawing/2014/main" id="{78B53B33-89FF-4069-8EF0-9A59EFF3244A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1697776" y="264298"/>
              <a:ext cx="447158" cy="396000"/>
            </a:xfrm>
            <a:custGeom>
              <a:avLst/>
              <a:gdLst>
                <a:gd name="T0" fmla="*/ 2147483646 w 100"/>
                <a:gd name="T1" fmla="*/ 2147483646 h 88"/>
                <a:gd name="T2" fmla="*/ 2147483646 w 100"/>
                <a:gd name="T3" fmla="*/ 2147483646 h 88"/>
                <a:gd name="T4" fmla="*/ 2147483646 w 100"/>
                <a:gd name="T5" fmla="*/ 2147483646 h 88"/>
                <a:gd name="T6" fmla="*/ 2147483646 w 100"/>
                <a:gd name="T7" fmla="*/ 2147483646 h 88"/>
                <a:gd name="T8" fmla="*/ 2147483646 w 100"/>
                <a:gd name="T9" fmla="*/ 2147483646 h 88"/>
                <a:gd name="T10" fmla="*/ 2147483646 w 100"/>
                <a:gd name="T11" fmla="*/ 2147483646 h 88"/>
                <a:gd name="T12" fmla="*/ 2147483646 w 100"/>
                <a:gd name="T13" fmla="*/ 2147483646 h 88"/>
                <a:gd name="T14" fmla="*/ 2147483646 w 100"/>
                <a:gd name="T15" fmla="*/ 2147483646 h 88"/>
                <a:gd name="T16" fmla="*/ 2147483646 w 100"/>
                <a:gd name="T17" fmla="*/ 2147483646 h 88"/>
                <a:gd name="T18" fmla="*/ 0 w 100"/>
                <a:gd name="T19" fmla="*/ 2147483646 h 88"/>
                <a:gd name="T20" fmla="*/ 2147483646 w 100"/>
                <a:gd name="T21" fmla="*/ 2147483646 h 88"/>
                <a:gd name="T22" fmla="*/ 2147483646 w 100"/>
                <a:gd name="T23" fmla="*/ 2147483646 h 88"/>
                <a:gd name="T24" fmla="*/ 2147483646 w 100"/>
                <a:gd name="T25" fmla="*/ 2147483646 h 88"/>
                <a:gd name="T26" fmla="*/ 2147483646 w 100"/>
                <a:gd name="T27" fmla="*/ 2147483646 h 88"/>
                <a:gd name="T28" fmla="*/ 2147483646 w 100"/>
                <a:gd name="T29" fmla="*/ 2147483646 h 88"/>
                <a:gd name="T30" fmla="*/ 2147483646 w 100"/>
                <a:gd name="T31" fmla="*/ 2147483646 h 88"/>
                <a:gd name="T32" fmla="*/ 2147483646 w 100"/>
                <a:gd name="T33" fmla="*/ 2147483646 h 88"/>
                <a:gd name="T34" fmla="*/ 2147483646 w 100"/>
                <a:gd name="T35" fmla="*/ 2147483646 h 88"/>
                <a:gd name="T36" fmla="*/ 2147483646 w 100"/>
                <a:gd name="T37" fmla="*/ 2147483646 h 88"/>
                <a:gd name="T38" fmla="*/ 2147483646 w 100"/>
                <a:gd name="T39" fmla="*/ 2147483646 h 88"/>
                <a:gd name="T40" fmla="*/ 2147483646 w 100"/>
                <a:gd name="T41" fmla="*/ 2147483646 h 88"/>
                <a:gd name="T42" fmla="*/ 2147483646 w 100"/>
                <a:gd name="T43" fmla="*/ 2147483646 h 88"/>
                <a:gd name="T44" fmla="*/ 2147483646 w 100"/>
                <a:gd name="T45" fmla="*/ 2147483646 h 88"/>
                <a:gd name="T46" fmla="*/ 2147483646 w 100"/>
                <a:gd name="T47" fmla="*/ 2147483646 h 88"/>
                <a:gd name="T48" fmla="*/ 2147483646 w 100"/>
                <a:gd name="T49" fmla="*/ 2147483646 h 88"/>
                <a:gd name="T50" fmla="*/ 2147483646 w 100"/>
                <a:gd name="T51" fmla="*/ 2147483646 h 88"/>
                <a:gd name="T52" fmla="*/ 2147483646 w 100"/>
                <a:gd name="T53" fmla="*/ 2147483646 h 88"/>
                <a:gd name="T54" fmla="*/ 2147483646 w 100"/>
                <a:gd name="T55" fmla="*/ 2147483646 h 88"/>
                <a:gd name="T56" fmla="*/ 2147483646 w 100"/>
                <a:gd name="T57" fmla="*/ 2147483646 h 88"/>
                <a:gd name="T58" fmla="*/ 2147483646 w 100"/>
                <a:gd name="T59" fmla="*/ 2147483646 h 88"/>
                <a:gd name="T60" fmla="*/ 2147483646 w 100"/>
                <a:gd name="T61" fmla="*/ 2147483646 h 88"/>
                <a:gd name="T62" fmla="*/ 2147483646 w 100"/>
                <a:gd name="T63" fmla="*/ 2147483646 h 88"/>
                <a:gd name="T64" fmla="*/ 2147483646 w 100"/>
                <a:gd name="T65" fmla="*/ 2147483646 h 88"/>
                <a:gd name="T66" fmla="*/ 2147483646 w 100"/>
                <a:gd name="T67" fmla="*/ 2147483646 h 88"/>
                <a:gd name="T68" fmla="*/ 2147483646 w 100"/>
                <a:gd name="T69" fmla="*/ 2147483646 h 88"/>
                <a:gd name="T70" fmla="*/ 2147483646 w 100"/>
                <a:gd name="T71" fmla="*/ 2147483646 h 88"/>
                <a:gd name="T72" fmla="*/ 2147483646 w 100"/>
                <a:gd name="T73" fmla="*/ 2147483646 h 8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0"/>
                <a:gd name="T112" fmla="*/ 0 h 88"/>
                <a:gd name="T113" fmla="*/ 100 w 100"/>
                <a:gd name="T114" fmla="*/ 88 h 8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0" h="88">
                  <a:moveTo>
                    <a:pt x="55" y="4"/>
                  </a:moveTo>
                  <a:cubicBezTo>
                    <a:pt x="76" y="41"/>
                    <a:pt x="76" y="41"/>
                    <a:pt x="76" y="41"/>
                  </a:cubicBezTo>
                  <a:cubicBezTo>
                    <a:pt x="76" y="41"/>
                    <a:pt x="76" y="41"/>
                    <a:pt x="76" y="41"/>
                  </a:cubicBezTo>
                  <a:cubicBezTo>
                    <a:pt x="98" y="79"/>
                    <a:pt x="98" y="79"/>
                    <a:pt x="98" y="79"/>
                  </a:cubicBezTo>
                  <a:cubicBezTo>
                    <a:pt x="100" y="82"/>
                    <a:pt x="99" y="85"/>
                    <a:pt x="96" y="87"/>
                  </a:cubicBezTo>
                  <a:cubicBezTo>
                    <a:pt x="95" y="88"/>
                    <a:pt x="93" y="88"/>
                    <a:pt x="92" y="88"/>
                  </a:cubicBezTo>
                  <a:cubicBezTo>
                    <a:pt x="92" y="88"/>
                    <a:pt x="92" y="88"/>
                    <a:pt x="92" y="88"/>
                  </a:cubicBezTo>
                  <a:cubicBezTo>
                    <a:pt x="49" y="88"/>
                    <a:pt x="49" y="88"/>
                    <a:pt x="49" y="88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3" y="88"/>
                    <a:pt x="0" y="85"/>
                    <a:pt x="0" y="82"/>
                  </a:cubicBezTo>
                  <a:cubicBezTo>
                    <a:pt x="0" y="80"/>
                    <a:pt x="1" y="79"/>
                    <a:pt x="1" y="78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23" y="41"/>
                    <a:pt x="23" y="41"/>
                    <a:pt x="23" y="41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6" y="1"/>
                    <a:pt x="50" y="0"/>
                    <a:pt x="53" y="2"/>
                  </a:cubicBezTo>
                  <a:cubicBezTo>
                    <a:pt x="54" y="3"/>
                    <a:pt x="54" y="3"/>
                    <a:pt x="55" y="4"/>
                  </a:cubicBezTo>
                  <a:close/>
                  <a:moveTo>
                    <a:pt x="44" y="34"/>
                  </a:moveTo>
                  <a:cubicBezTo>
                    <a:pt x="44" y="37"/>
                    <a:pt x="44" y="37"/>
                    <a:pt x="44" y="37"/>
                  </a:cubicBezTo>
                  <a:cubicBezTo>
                    <a:pt x="46" y="62"/>
                    <a:pt x="46" y="62"/>
                    <a:pt x="46" y="62"/>
                  </a:cubicBezTo>
                  <a:cubicBezTo>
                    <a:pt x="52" y="62"/>
                    <a:pt x="52" y="62"/>
                    <a:pt x="52" y="62"/>
                  </a:cubicBezTo>
                  <a:cubicBezTo>
                    <a:pt x="54" y="37"/>
                    <a:pt x="54" y="37"/>
                    <a:pt x="54" y="37"/>
                  </a:cubicBezTo>
                  <a:cubicBezTo>
                    <a:pt x="54" y="34"/>
                    <a:pt x="54" y="34"/>
                    <a:pt x="54" y="34"/>
                  </a:cubicBezTo>
                  <a:cubicBezTo>
                    <a:pt x="44" y="34"/>
                    <a:pt x="44" y="34"/>
                    <a:pt x="44" y="34"/>
                  </a:cubicBezTo>
                  <a:close/>
                  <a:moveTo>
                    <a:pt x="49" y="72"/>
                  </a:moveTo>
                  <a:cubicBezTo>
                    <a:pt x="52" y="72"/>
                    <a:pt x="53" y="71"/>
                    <a:pt x="53" y="69"/>
                  </a:cubicBezTo>
                  <a:cubicBezTo>
                    <a:pt x="53" y="66"/>
                    <a:pt x="51" y="65"/>
                    <a:pt x="49" y="65"/>
                  </a:cubicBezTo>
                  <a:cubicBezTo>
                    <a:pt x="47" y="65"/>
                    <a:pt x="45" y="66"/>
                    <a:pt x="45" y="69"/>
                  </a:cubicBezTo>
                  <a:cubicBezTo>
                    <a:pt x="45" y="71"/>
                    <a:pt x="47" y="72"/>
                    <a:pt x="49" y="72"/>
                  </a:cubicBezTo>
                  <a:close/>
                  <a:moveTo>
                    <a:pt x="65" y="48"/>
                  </a:moveTo>
                  <a:cubicBezTo>
                    <a:pt x="49" y="20"/>
                    <a:pt x="49" y="20"/>
                    <a:pt x="49" y="20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8"/>
                    <a:pt x="34" y="48"/>
                    <a:pt x="33" y="48"/>
                  </a:cubicBezTo>
                  <a:cubicBezTo>
                    <a:pt x="17" y="75"/>
                    <a:pt x="17" y="75"/>
                    <a:pt x="17" y="75"/>
                  </a:cubicBezTo>
                  <a:cubicBezTo>
                    <a:pt x="49" y="75"/>
                    <a:pt x="49" y="75"/>
                    <a:pt x="49" y="75"/>
                  </a:cubicBezTo>
                  <a:cubicBezTo>
                    <a:pt x="81" y="75"/>
                    <a:pt x="81" y="75"/>
                    <a:pt x="81" y="75"/>
                  </a:cubicBezTo>
                  <a:cubicBezTo>
                    <a:pt x="65" y="48"/>
                    <a:pt x="65" y="48"/>
                    <a:pt x="65" y="48"/>
                  </a:cubicBezTo>
                  <a:cubicBezTo>
                    <a:pt x="65" y="48"/>
                    <a:pt x="65" y="48"/>
                    <a:pt x="65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endParaRPr>
            </a:p>
          </p:txBody>
        </p:sp>
      </p:grpSp>
      <p:grpSp>
        <p:nvGrpSpPr>
          <p:cNvPr id="176" name="Group 24">
            <a:extLst>
              <a:ext uri="{FF2B5EF4-FFF2-40B4-BE49-F238E27FC236}">
                <a16:creationId xmlns:a16="http://schemas.microsoft.com/office/drawing/2014/main" id="{D7CFEBF7-72F2-437D-BC0C-A3D9ED41AFBC}"/>
              </a:ext>
            </a:extLst>
          </p:cNvPr>
          <p:cNvGrpSpPr>
            <a:grpSpLocks/>
          </p:cNvGrpSpPr>
          <p:nvPr/>
        </p:nvGrpSpPr>
        <p:grpSpPr bwMode="auto">
          <a:xfrm>
            <a:off x="5053013" y="2596242"/>
            <a:ext cx="3363912" cy="955675"/>
            <a:chOff x="0" y="0"/>
            <a:chExt cx="3364602" cy="956128"/>
          </a:xfrm>
        </p:grpSpPr>
        <p:cxnSp>
          <p:nvCxnSpPr>
            <p:cNvPr id="177" name="直接连接符 62">
              <a:extLst>
                <a:ext uri="{FF2B5EF4-FFF2-40B4-BE49-F238E27FC236}">
                  <a16:creationId xmlns:a16="http://schemas.microsoft.com/office/drawing/2014/main" id="{92FBEFEE-BF62-4F4A-80EE-3FDB25C527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0" y="495111"/>
              <a:ext cx="2408474" cy="1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8" name="椭圆 63">
              <a:extLst>
                <a:ext uri="{FF2B5EF4-FFF2-40B4-BE49-F238E27FC236}">
                  <a16:creationId xmlns:a16="http://schemas.microsoft.com/office/drawing/2014/main" id="{C80F9B51-9658-4993-8A72-73B26B6879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474" y="0"/>
              <a:ext cx="956128" cy="956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240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179" name="Freeform 168">
              <a:extLst>
                <a:ext uri="{FF2B5EF4-FFF2-40B4-BE49-F238E27FC236}">
                  <a16:creationId xmlns:a16="http://schemas.microsoft.com/office/drawing/2014/main" id="{2614E1FC-DEC4-4ECA-9037-171C7C1BF362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2655366" y="280064"/>
              <a:ext cx="462345" cy="396000"/>
            </a:xfrm>
            <a:custGeom>
              <a:avLst/>
              <a:gdLst>
                <a:gd name="T0" fmla="*/ 2147483646 w 94"/>
                <a:gd name="T1" fmla="*/ 2147483646 h 81"/>
                <a:gd name="T2" fmla="*/ 2147483646 w 94"/>
                <a:gd name="T3" fmla="*/ 2147483646 h 81"/>
                <a:gd name="T4" fmla="*/ 2147483646 w 94"/>
                <a:gd name="T5" fmla="*/ 2147483646 h 81"/>
                <a:gd name="T6" fmla="*/ 2147483646 w 94"/>
                <a:gd name="T7" fmla="*/ 0 h 81"/>
                <a:gd name="T8" fmla="*/ 2147483646 w 94"/>
                <a:gd name="T9" fmla="*/ 2147483646 h 81"/>
                <a:gd name="T10" fmla="*/ 2147483646 w 94"/>
                <a:gd name="T11" fmla="*/ 2147483646 h 81"/>
                <a:gd name="T12" fmla="*/ 2147483646 w 94"/>
                <a:gd name="T13" fmla="*/ 2147483646 h 81"/>
                <a:gd name="T14" fmla="*/ 2147483646 w 94"/>
                <a:gd name="T15" fmla="*/ 2147483646 h 81"/>
                <a:gd name="T16" fmla="*/ 2147483646 w 94"/>
                <a:gd name="T17" fmla="*/ 2147483646 h 81"/>
                <a:gd name="T18" fmla="*/ 2147483646 w 94"/>
                <a:gd name="T19" fmla="*/ 2147483646 h 81"/>
                <a:gd name="T20" fmla="*/ 2147483646 w 94"/>
                <a:gd name="T21" fmla="*/ 2147483646 h 81"/>
                <a:gd name="T22" fmla="*/ 2147483646 w 94"/>
                <a:gd name="T23" fmla="*/ 2147483646 h 81"/>
                <a:gd name="T24" fmla="*/ 2147483646 w 94"/>
                <a:gd name="T25" fmla="*/ 2147483646 h 81"/>
                <a:gd name="T26" fmla="*/ 2147483646 w 94"/>
                <a:gd name="T27" fmla="*/ 2147483646 h 81"/>
                <a:gd name="T28" fmla="*/ 2147483646 w 94"/>
                <a:gd name="T29" fmla="*/ 2147483646 h 81"/>
                <a:gd name="T30" fmla="*/ 2147483646 w 94"/>
                <a:gd name="T31" fmla="*/ 2147483646 h 81"/>
                <a:gd name="T32" fmla="*/ 2147483646 w 94"/>
                <a:gd name="T33" fmla="*/ 2147483646 h 81"/>
                <a:gd name="T34" fmla="*/ 2147483646 w 94"/>
                <a:gd name="T35" fmla="*/ 2147483646 h 81"/>
                <a:gd name="T36" fmla="*/ 2147483646 w 94"/>
                <a:gd name="T37" fmla="*/ 2147483646 h 81"/>
                <a:gd name="T38" fmla="*/ 2147483646 w 94"/>
                <a:gd name="T39" fmla="*/ 2147483646 h 81"/>
                <a:gd name="T40" fmla="*/ 2147483646 w 94"/>
                <a:gd name="T41" fmla="*/ 2147483646 h 81"/>
                <a:gd name="T42" fmla="*/ 2147483646 w 94"/>
                <a:gd name="T43" fmla="*/ 2147483646 h 81"/>
                <a:gd name="T44" fmla="*/ 2147483646 w 94"/>
                <a:gd name="T45" fmla="*/ 0 h 81"/>
                <a:gd name="T46" fmla="*/ 2147483646 w 94"/>
                <a:gd name="T47" fmla="*/ 0 h 81"/>
                <a:gd name="T48" fmla="*/ 2147483646 w 94"/>
                <a:gd name="T49" fmla="*/ 2147483646 h 81"/>
                <a:gd name="T50" fmla="*/ 2147483646 w 94"/>
                <a:gd name="T51" fmla="*/ 2147483646 h 81"/>
                <a:gd name="T52" fmla="*/ 2147483646 w 94"/>
                <a:gd name="T53" fmla="*/ 2147483646 h 81"/>
                <a:gd name="T54" fmla="*/ 2147483646 w 94"/>
                <a:gd name="T55" fmla="*/ 2147483646 h 81"/>
                <a:gd name="T56" fmla="*/ 2147483646 w 94"/>
                <a:gd name="T57" fmla="*/ 2147483646 h 81"/>
                <a:gd name="T58" fmla="*/ 2147483646 w 94"/>
                <a:gd name="T59" fmla="*/ 2147483646 h 81"/>
                <a:gd name="T60" fmla="*/ 2147483646 w 94"/>
                <a:gd name="T61" fmla="*/ 2147483646 h 81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94"/>
                <a:gd name="T94" fmla="*/ 0 h 81"/>
                <a:gd name="T95" fmla="*/ 94 w 94"/>
                <a:gd name="T96" fmla="*/ 81 h 81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94" h="81">
                  <a:moveTo>
                    <a:pt x="4" y="19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0" y="37"/>
                    <a:pt x="0" y="28"/>
                    <a:pt x="4" y="19"/>
                  </a:cubicBezTo>
                  <a:close/>
                  <a:moveTo>
                    <a:pt x="87" y="23"/>
                  </a:moveTo>
                  <a:cubicBezTo>
                    <a:pt x="91" y="24"/>
                    <a:pt x="94" y="28"/>
                    <a:pt x="94" y="33"/>
                  </a:cubicBezTo>
                  <a:cubicBezTo>
                    <a:pt x="94" y="38"/>
                    <a:pt x="91" y="42"/>
                    <a:pt x="87" y="43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23"/>
                    <a:pt x="87" y="23"/>
                    <a:pt x="87" y="23"/>
                  </a:cubicBezTo>
                  <a:close/>
                  <a:moveTo>
                    <a:pt x="46" y="49"/>
                  </a:moveTo>
                  <a:cubicBezTo>
                    <a:pt x="37" y="49"/>
                    <a:pt x="37" y="49"/>
                    <a:pt x="37" y="49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43" y="57"/>
                    <a:pt x="43" y="57"/>
                    <a:pt x="43" y="57"/>
                  </a:cubicBezTo>
                  <a:lnTo>
                    <a:pt x="46" y="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endParaRPr>
            </a:p>
          </p:txBody>
        </p:sp>
      </p:grpSp>
      <p:grpSp>
        <p:nvGrpSpPr>
          <p:cNvPr id="180" name="Group 28">
            <a:extLst>
              <a:ext uri="{FF2B5EF4-FFF2-40B4-BE49-F238E27FC236}">
                <a16:creationId xmlns:a16="http://schemas.microsoft.com/office/drawing/2014/main" id="{85DF37DF-9EE7-4B5A-8A0C-3B5D0027CE60}"/>
              </a:ext>
            </a:extLst>
          </p:cNvPr>
          <p:cNvGrpSpPr>
            <a:grpSpLocks/>
          </p:cNvGrpSpPr>
          <p:nvPr/>
        </p:nvGrpSpPr>
        <p:grpSpPr bwMode="auto">
          <a:xfrm>
            <a:off x="5065713" y="3863067"/>
            <a:ext cx="3351212" cy="955675"/>
            <a:chOff x="0" y="0"/>
            <a:chExt cx="3351721" cy="956128"/>
          </a:xfrm>
        </p:grpSpPr>
        <p:sp>
          <p:nvSpPr>
            <p:cNvPr id="181" name="直接连接符 66">
              <a:extLst>
                <a:ext uri="{FF2B5EF4-FFF2-40B4-BE49-F238E27FC236}">
                  <a16:creationId xmlns:a16="http://schemas.microsoft.com/office/drawing/2014/main" id="{2D97DA41-1825-4F4C-9106-A77CD7F6E5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494105"/>
              <a:ext cx="2372336" cy="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endParaRPr>
            </a:p>
          </p:txBody>
        </p:sp>
        <p:sp>
          <p:nvSpPr>
            <p:cNvPr id="182" name="椭圆 67">
              <a:extLst>
                <a:ext uri="{FF2B5EF4-FFF2-40B4-BE49-F238E27FC236}">
                  <a16:creationId xmlns:a16="http://schemas.microsoft.com/office/drawing/2014/main" id="{A80E0293-7A58-4178-8B16-1C92C298B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5593" y="0"/>
              <a:ext cx="956128" cy="956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240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Arial" panose="020B0604020202020204" pitchFamily="34" charset="0"/>
              </a:endParaRPr>
            </a:p>
          </p:txBody>
        </p:sp>
        <p:sp>
          <p:nvSpPr>
            <p:cNvPr id="183" name="Freeform 203">
              <a:extLst>
                <a:ext uri="{FF2B5EF4-FFF2-40B4-BE49-F238E27FC236}">
                  <a16:creationId xmlns:a16="http://schemas.microsoft.com/office/drawing/2014/main" id="{E001D149-A456-4A5D-AD60-22270D8807A9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2682897" y="264298"/>
              <a:ext cx="413052" cy="396000"/>
            </a:xfrm>
            <a:custGeom>
              <a:avLst/>
              <a:gdLst>
                <a:gd name="T0" fmla="*/ 2147483646 w 218"/>
                <a:gd name="T1" fmla="*/ 2147483646 h 209"/>
                <a:gd name="T2" fmla="*/ 2147483646 w 218"/>
                <a:gd name="T3" fmla="*/ 2147483646 h 209"/>
                <a:gd name="T4" fmla="*/ 2147483646 w 218"/>
                <a:gd name="T5" fmla="*/ 2147483646 h 209"/>
                <a:gd name="T6" fmla="*/ 2147483646 w 218"/>
                <a:gd name="T7" fmla="*/ 2147483646 h 209"/>
                <a:gd name="T8" fmla="*/ 2147483646 w 218"/>
                <a:gd name="T9" fmla="*/ 2147483646 h 209"/>
                <a:gd name="T10" fmla="*/ 2147483646 w 218"/>
                <a:gd name="T11" fmla="*/ 2147483646 h 209"/>
                <a:gd name="T12" fmla="*/ 2147483646 w 218"/>
                <a:gd name="T13" fmla="*/ 2147483646 h 209"/>
                <a:gd name="T14" fmla="*/ 2147483646 w 218"/>
                <a:gd name="T15" fmla="*/ 2147483646 h 209"/>
                <a:gd name="T16" fmla="*/ 2147483646 w 218"/>
                <a:gd name="T17" fmla="*/ 2147483646 h 209"/>
                <a:gd name="T18" fmla="*/ 2147483646 w 218"/>
                <a:gd name="T19" fmla="*/ 2147483646 h 209"/>
                <a:gd name="T20" fmla="*/ 2147483646 w 218"/>
                <a:gd name="T21" fmla="*/ 2147483646 h 209"/>
                <a:gd name="T22" fmla="*/ 2147483646 w 218"/>
                <a:gd name="T23" fmla="*/ 2147483646 h 209"/>
                <a:gd name="T24" fmla="*/ 2147483646 w 218"/>
                <a:gd name="T25" fmla="*/ 2147483646 h 209"/>
                <a:gd name="T26" fmla="*/ 2147483646 w 218"/>
                <a:gd name="T27" fmla="*/ 2147483646 h 209"/>
                <a:gd name="T28" fmla="*/ 2147483646 w 218"/>
                <a:gd name="T29" fmla="*/ 2147483646 h 209"/>
                <a:gd name="T30" fmla="*/ 2147483646 w 218"/>
                <a:gd name="T31" fmla="*/ 2147483646 h 209"/>
                <a:gd name="T32" fmla="*/ 2147483646 w 218"/>
                <a:gd name="T33" fmla="*/ 2147483646 h 209"/>
                <a:gd name="T34" fmla="*/ 2147483646 w 218"/>
                <a:gd name="T35" fmla="*/ 2147483646 h 209"/>
                <a:gd name="T36" fmla="*/ 2147483646 w 218"/>
                <a:gd name="T37" fmla="*/ 2147483646 h 209"/>
                <a:gd name="T38" fmla="*/ 2147483646 w 218"/>
                <a:gd name="T39" fmla="*/ 2147483646 h 209"/>
                <a:gd name="T40" fmla="*/ 2147483646 w 218"/>
                <a:gd name="T41" fmla="*/ 2147483646 h 209"/>
                <a:gd name="T42" fmla="*/ 2147483646 w 218"/>
                <a:gd name="T43" fmla="*/ 2147483646 h 209"/>
                <a:gd name="T44" fmla="*/ 2147483646 w 218"/>
                <a:gd name="T45" fmla="*/ 2147483646 h 209"/>
                <a:gd name="T46" fmla="*/ 2147483646 w 218"/>
                <a:gd name="T47" fmla="*/ 2147483646 h 209"/>
                <a:gd name="T48" fmla="*/ 2147483646 w 218"/>
                <a:gd name="T49" fmla="*/ 2147483646 h 209"/>
                <a:gd name="T50" fmla="*/ 2147483646 w 218"/>
                <a:gd name="T51" fmla="*/ 2147483646 h 209"/>
                <a:gd name="T52" fmla="*/ 2147483646 w 218"/>
                <a:gd name="T53" fmla="*/ 2147483646 h 209"/>
                <a:gd name="T54" fmla="*/ 2147483646 w 218"/>
                <a:gd name="T55" fmla="*/ 2147483646 h 209"/>
                <a:gd name="T56" fmla="*/ 2147483646 w 218"/>
                <a:gd name="T57" fmla="*/ 2147483646 h 209"/>
                <a:gd name="T58" fmla="*/ 0 w 218"/>
                <a:gd name="T59" fmla="*/ 2147483646 h 209"/>
                <a:gd name="T60" fmla="*/ 2147483646 w 218"/>
                <a:gd name="T61" fmla="*/ 2147483646 h 209"/>
                <a:gd name="T62" fmla="*/ 2147483646 w 218"/>
                <a:gd name="T63" fmla="*/ 2147483646 h 209"/>
                <a:gd name="T64" fmla="*/ 2147483646 w 218"/>
                <a:gd name="T65" fmla="*/ 2147483646 h 209"/>
                <a:gd name="T66" fmla="*/ 2147483646 w 218"/>
                <a:gd name="T67" fmla="*/ 2147483646 h 209"/>
                <a:gd name="T68" fmla="*/ 2147483646 w 218"/>
                <a:gd name="T69" fmla="*/ 2147483646 h 209"/>
                <a:gd name="T70" fmla="*/ 2147483646 w 218"/>
                <a:gd name="T71" fmla="*/ 2147483646 h 209"/>
                <a:gd name="T72" fmla="*/ 2147483646 w 218"/>
                <a:gd name="T73" fmla="*/ 0 h 209"/>
                <a:gd name="T74" fmla="*/ 2147483646 w 218"/>
                <a:gd name="T75" fmla="*/ 2147483646 h 209"/>
                <a:gd name="T76" fmla="*/ 2147483646 w 218"/>
                <a:gd name="T77" fmla="*/ 2147483646 h 209"/>
                <a:gd name="T78" fmla="*/ 2147483646 w 218"/>
                <a:gd name="T79" fmla="*/ 2147483646 h 209"/>
                <a:gd name="T80" fmla="*/ 2147483646 w 218"/>
                <a:gd name="T81" fmla="*/ 2147483646 h 209"/>
                <a:gd name="T82" fmla="*/ 2147483646 w 218"/>
                <a:gd name="T83" fmla="*/ 2147483646 h 209"/>
                <a:gd name="T84" fmla="*/ 2147483646 w 218"/>
                <a:gd name="T85" fmla="*/ 2147483646 h 209"/>
                <a:gd name="T86" fmla="*/ 2147483646 w 218"/>
                <a:gd name="T87" fmla="*/ 2147483646 h 209"/>
                <a:gd name="T88" fmla="*/ 2147483646 w 218"/>
                <a:gd name="T89" fmla="*/ 2147483646 h 209"/>
                <a:gd name="T90" fmla="*/ 2147483646 w 218"/>
                <a:gd name="T91" fmla="*/ 2147483646 h 209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218"/>
                <a:gd name="T139" fmla="*/ 0 h 209"/>
                <a:gd name="T140" fmla="*/ 218 w 218"/>
                <a:gd name="T141" fmla="*/ 209 h 209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218" h="209">
                  <a:moveTo>
                    <a:pt x="88" y="43"/>
                  </a:moveTo>
                  <a:lnTo>
                    <a:pt x="36" y="43"/>
                  </a:lnTo>
                  <a:lnTo>
                    <a:pt x="26" y="57"/>
                  </a:lnTo>
                  <a:lnTo>
                    <a:pt x="36" y="71"/>
                  </a:lnTo>
                  <a:lnTo>
                    <a:pt x="88" y="71"/>
                  </a:lnTo>
                  <a:lnTo>
                    <a:pt x="88" y="43"/>
                  </a:lnTo>
                  <a:close/>
                  <a:moveTo>
                    <a:pt x="126" y="71"/>
                  </a:moveTo>
                  <a:lnTo>
                    <a:pt x="187" y="71"/>
                  </a:lnTo>
                  <a:lnTo>
                    <a:pt x="194" y="71"/>
                  </a:lnTo>
                  <a:lnTo>
                    <a:pt x="197" y="76"/>
                  </a:lnTo>
                  <a:lnTo>
                    <a:pt x="213" y="102"/>
                  </a:lnTo>
                  <a:lnTo>
                    <a:pt x="218" y="109"/>
                  </a:lnTo>
                  <a:lnTo>
                    <a:pt x="213" y="114"/>
                  </a:lnTo>
                  <a:lnTo>
                    <a:pt x="197" y="140"/>
                  </a:lnTo>
                  <a:lnTo>
                    <a:pt x="194" y="147"/>
                  </a:lnTo>
                  <a:lnTo>
                    <a:pt x="187" y="147"/>
                  </a:lnTo>
                  <a:lnTo>
                    <a:pt x="126" y="147"/>
                  </a:lnTo>
                  <a:lnTo>
                    <a:pt x="126" y="180"/>
                  </a:lnTo>
                  <a:lnTo>
                    <a:pt x="180" y="180"/>
                  </a:lnTo>
                  <a:lnTo>
                    <a:pt x="180" y="209"/>
                  </a:lnTo>
                  <a:lnTo>
                    <a:pt x="40" y="209"/>
                  </a:lnTo>
                  <a:lnTo>
                    <a:pt x="40" y="180"/>
                  </a:lnTo>
                  <a:lnTo>
                    <a:pt x="90" y="180"/>
                  </a:lnTo>
                  <a:lnTo>
                    <a:pt x="90" y="95"/>
                  </a:lnTo>
                  <a:lnTo>
                    <a:pt x="29" y="95"/>
                  </a:lnTo>
                  <a:lnTo>
                    <a:pt x="22" y="95"/>
                  </a:lnTo>
                  <a:lnTo>
                    <a:pt x="19" y="88"/>
                  </a:lnTo>
                  <a:lnTo>
                    <a:pt x="3" y="62"/>
                  </a:lnTo>
                  <a:lnTo>
                    <a:pt x="0" y="57"/>
                  </a:lnTo>
                  <a:lnTo>
                    <a:pt x="3" y="50"/>
                  </a:lnTo>
                  <a:lnTo>
                    <a:pt x="19" y="24"/>
                  </a:lnTo>
                  <a:lnTo>
                    <a:pt x="22" y="19"/>
                  </a:lnTo>
                  <a:lnTo>
                    <a:pt x="29" y="19"/>
                  </a:lnTo>
                  <a:lnTo>
                    <a:pt x="90" y="19"/>
                  </a:lnTo>
                  <a:lnTo>
                    <a:pt x="90" y="15"/>
                  </a:lnTo>
                  <a:lnTo>
                    <a:pt x="109" y="0"/>
                  </a:lnTo>
                  <a:lnTo>
                    <a:pt x="126" y="15"/>
                  </a:lnTo>
                  <a:lnTo>
                    <a:pt x="126" y="71"/>
                  </a:lnTo>
                  <a:close/>
                  <a:moveTo>
                    <a:pt x="182" y="93"/>
                  </a:moveTo>
                  <a:lnTo>
                    <a:pt x="128" y="93"/>
                  </a:lnTo>
                  <a:lnTo>
                    <a:pt x="128" y="123"/>
                  </a:lnTo>
                  <a:lnTo>
                    <a:pt x="182" y="123"/>
                  </a:lnTo>
                  <a:lnTo>
                    <a:pt x="192" y="109"/>
                  </a:lnTo>
                  <a:lnTo>
                    <a:pt x="182" y="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</a:endParaRPr>
            </a:p>
          </p:txBody>
        </p:sp>
      </p:grpSp>
      <p:grpSp>
        <p:nvGrpSpPr>
          <p:cNvPr id="192" name="Group 40">
            <a:extLst>
              <a:ext uri="{FF2B5EF4-FFF2-40B4-BE49-F238E27FC236}">
                <a16:creationId xmlns:a16="http://schemas.microsoft.com/office/drawing/2014/main" id="{55187167-36EF-4722-9875-12E7559F8D53}"/>
              </a:ext>
            </a:extLst>
          </p:cNvPr>
          <p:cNvGrpSpPr>
            <a:grpSpLocks/>
          </p:cNvGrpSpPr>
          <p:nvPr/>
        </p:nvGrpSpPr>
        <p:grpSpPr bwMode="auto">
          <a:xfrm>
            <a:off x="1338263" y="2131105"/>
            <a:ext cx="3160712" cy="3160712"/>
            <a:chOff x="0" y="0"/>
            <a:chExt cx="3176815" cy="3176815"/>
          </a:xfrm>
        </p:grpSpPr>
        <p:sp>
          <p:nvSpPr>
            <p:cNvPr id="193" name="椭圆 80">
              <a:extLst>
                <a:ext uri="{FF2B5EF4-FFF2-40B4-BE49-F238E27FC236}">
                  <a16:creationId xmlns:a16="http://schemas.microsoft.com/office/drawing/2014/main" id="{D2955568-219D-484D-B682-4EEF4EBD2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176815" cy="3176815"/>
            </a:xfrm>
            <a:prstGeom prst="ellipse">
              <a:avLst/>
            </a:prstGeom>
            <a:solidFill>
              <a:srgbClr val="F2F2F2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800">
                <a:solidFill>
                  <a:schemeClr val="tx1">
                    <a:lumMod val="75000"/>
                    <a:lumOff val="25000"/>
                  </a:schemeClr>
                </a:solidFill>
                <a:latin typeface="字魂36号-正文宋楷" panose="02000000000000000000" pitchFamily="2" charset="-122"/>
                <a:ea typeface="字魂36号-正文宋楷" panose="02000000000000000000" pitchFamily="2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8474AB42-CBFD-46A0-AF67-C725B724BBB8}"/>
              </a:ext>
            </a:extLst>
          </p:cNvPr>
          <p:cNvGrpSpPr/>
          <p:nvPr/>
        </p:nvGrpSpPr>
        <p:grpSpPr>
          <a:xfrm>
            <a:off x="6504128" y="1273928"/>
            <a:ext cx="4827447" cy="1100513"/>
            <a:chOff x="8949023" y="5161022"/>
            <a:chExt cx="4827447" cy="1100513"/>
          </a:xfrm>
        </p:grpSpPr>
        <p:sp>
          <p:nvSpPr>
            <p:cNvPr id="46" name="item_title1">
              <a:extLst>
                <a:ext uri="{FF2B5EF4-FFF2-40B4-BE49-F238E27FC236}">
                  <a16:creationId xmlns:a16="http://schemas.microsoft.com/office/drawing/2014/main" id="{9EC5C4FA-2804-41AB-9CE7-0219BD6BA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9023" y="5161022"/>
              <a:ext cx="4827447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Superconductors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47" name="item_content1">
              <a:extLst>
                <a:ext uri="{FF2B5EF4-FFF2-40B4-BE49-F238E27FC236}">
                  <a16:creationId xmlns:a16="http://schemas.microsoft.com/office/drawing/2014/main" id="{A281A388-ADBB-4D16-B48B-3E9502F152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6" y="5556414"/>
              <a:ext cx="3852404" cy="70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Zero resistance materials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5C5CD8E-8D7F-4375-BF44-F87A8A0C75C0}"/>
              </a:ext>
            </a:extLst>
          </p:cNvPr>
          <p:cNvGrpSpPr/>
          <p:nvPr/>
        </p:nvGrpSpPr>
        <p:grpSpPr>
          <a:xfrm>
            <a:off x="8340784" y="2444676"/>
            <a:ext cx="3463925" cy="1100513"/>
            <a:chOff x="8949023" y="5161022"/>
            <a:chExt cx="3463925" cy="1100513"/>
          </a:xfrm>
        </p:grpSpPr>
        <p:sp>
          <p:nvSpPr>
            <p:cNvPr id="49" name="item_title2">
              <a:extLst>
                <a:ext uri="{FF2B5EF4-FFF2-40B4-BE49-F238E27FC236}">
                  <a16:creationId xmlns:a16="http://schemas.microsoft.com/office/drawing/2014/main" id="{2F8D6DD3-A69E-4B07-AF91-F668C3ADE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9023" y="5161022"/>
              <a:ext cx="346392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Josephson Junction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50" name="item_content2">
              <a:extLst>
                <a:ext uri="{FF2B5EF4-FFF2-40B4-BE49-F238E27FC236}">
                  <a16:creationId xmlns:a16="http://schemas.microsoft.com/office/drawing/2014/main" id="{4BE0A814-EEF5-4004-98C5-1FAF235B7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6" y="5556414"/>
              <a:ext cx="3322922" cy="70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Thin insulating barrier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3E320BDF-0E6C-477F-ABFC-53278E47812F}"/>
              </a:ext>
            </a:extLst>
          </p:cNvPr>
          <p:cNvGrpSpPr/>
          <p:nvPr/>
        </p:nvGrpSpPr>
        <p:grpSpPr>
          <a:xfrm>
            <a:off x="8340784" y="3863067"/>
            <a:ext cx="3463925" cy="1100513"/>
            <a:chOff x="8949023" y="5161022"/>
            <a:chExt cx="3463925" cy="1100513"/>
          </a:xfrm>
        </p:grpSpPr>
        <p:sp>
          <p:nvSpPr>
            <p:cNvPr id="52" name="item_title3">
              <a:extLst>
                <a:ext uri="{FF2B5EF4-FFF2-40B4-BE49-F238E27FC236}">
                  <a16:creationId xmlns:a16="http://schemas.microsoft.com/office/drawing/2014/main" id="{F35999E0-36C2-4511-9C9D-2DDF35984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9023" y="5161022"/>
              <a:ext cx="346392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Cooper Pairs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53" name="item_content3">
              <a:extLst>
                <a:ext uri="{FF2B5EF4-FFF2-40B4-BE49-F238E27FC236}">
                  <a16:creationId xmlns:a16="http://schemas.microsoft.com/office/drawing/2014/main" id="{BB5A6474-3833-42CE-9B5C-2CD5975C4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6" y="5556414"/>
              <a:ext cx="3322922" cy="70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Electron pairs synchronized</a:t>
              </a: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65CDF31D-DCFF-4A1C-8486-DB96DAB50B46}"/>
              </a:ext>
            </a:extLst>
          </p:cNvPr>
          <p:cNvGrpSpPr/>
          <p:nvPr/>
        </p:nvGrpSpPr>
        <p:grpSpPr>
          <a:xfrm>
            <a:off x="6591300" y="5008137"/>
            <a:ext cx="4572000" cy="1100513"/>
            <a:chOff x="8949023" y="5161022"/>
            <a:chExt cx="4572000" cy="1100513"/>
          </a:xfrm>
        </p:grpSpPr>
        <p:sp>
          <p:nvSpPr>
            <p:cNvPr id="59" name="item_title4">
              <a:extLst>
                <a:ext uri="{FF2B5EF4-FFF2-40B4-BE49-F238E27FC236}">
                  <a16:creationId xmlns:a16="http://schemas.microsoft.com/office/drawing/2014/main" id="{4805D478-2CE7-4478-BFDE-4B3D87F3E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9023" y="5161022"/>
              <a:ext cx="45720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Quantum System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60" name="item_content4">
              <a:extLst>
                <a:ext uri="{FF2B5EF4-FFF2-40B4-BE49-F238E27FC236}">
                  <a16:creationId xmlns:a16="http://schemas.microsoft.com/office/drawing/2014/main" id="{74AA3BC3-F731-40B5-8F67-019A07BF1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6" y="5556414"/>
              <a:ext cx="3852404" cy="70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Macroscopic wave function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47954A29-845A-43DF-B8FB-CC4E9D6ABF36}"/>
              </a:ext>
            </a:extLst>
          </p:cNvPr>
          <p:cNvGrpSpPr/>
          <p:nvPr/>
        </p:nvGrpSpPr>
        <p:grpSpPr>
          <a:xfrm>
            <a:off x="385011" y="504250"/>
            <a:ext cx="11133888" cy="584775"/>
            <a:chOff x="385011" y="504250"/>
            <a:chExt cx="11133888" cy="584775"/>
          </a:xfrm>
        </p:grpSpPr>
        <p:sp>
          <p:nvSpPr>
            <p:cNvPr id="55" name="title">
              <a:extLst>
                <a:ext uri="{FF2B5EF4-FFF2-40B4-BE49-F238E27FC236}">
                  <a16:creationId xmlns:a16="http://schemas.microsoft.com/office/drawing/2014/main" id="{D8807010-9CFE-47E8-8645-141149832366}"/>
                </a:ext>
              </a:extLst>
            </p:cNvPr>
            <p:cNvSpPr txBox="1"/>
            <p:nvPr/>
          </p:nvSpPr>
          <p:spPr>
            <a:xfrm>
              <a:off x="1094286" y="504250"/>
              <a:ext cx="104246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Experimental Setup</a:t>
              </a:r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189CACEE-0E67-41F7-9DBB-64DFD286B834}"/>
                </a:ext>
              </a:extLst>
            </p:cNvPr>
            <p:cNvSpPr/>
            <p:nvPr/>
          </p:nvSpPr>
          <p:spPr>
            <a:xfrm>
              <a:off x="385011" y="504250"/>
              <a:ext cx="584775" cy="5847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95" name="Picture 194" descr="cc7753c8-6a5b-423f-97f6-5bb254dd12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378" y="2661792"/>
            <a:ext cx="2820586" cy="21154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>
            <a:extLst>
              <a:ext uri="{FF2B5EF4-FFF2-40B4-BE49-F238E27FC236}">
                <a16:creationId xmlns:a16="http://schemas.microsoft.com/office/drawing/2014/main" id="{A03B64E7-2A5B-F8A8-0870-3725EE785F7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/>
          </a:p>
          <a:p>
            <a:r>
              <a:rPr>
                <a:latin typeface="PingFang SC"/>
              </a:rPr>
              <a:t>Macroscopic Quantum Tunneling: System escapes zero-voltage state</a:t>
            </a:r>
          </a:p>
          <a:p>
            <a:r>
              <a:rPr>
                <a:latin typeface="PingFang SC"/>
              </a:rPr>
              <a:t>Energy Quantization: System absorbs/emits specific energy amounts</a:t>
            </a:r>
          </a:p>
          <a:p>
            <a:r>
              <a:rPr>
                <a:latin typeface="PingFang SC"/>
              </a:rPr>
              <a:t>Statistical Measurements: Multiple trials to observe quantum chance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8D408F1-42B9-F973-814A-C363DA5A6DF6}"/>
              </a:ext>
            </a:extLst>
          </p:cNvPr>
          <p:cNvGrpSpPr/>
          <p:nvPr/>
        </p:nvGrpSpPr>
        <p:grpSpPr>
          <a:xfrm>
            <a:off x="385011" y="504250"/>
            <a:ext cx="10968788" cy="584775"/>
            <a:chOff x="385011" y="504250"/>
            <a:chExt cx="10968788" cy="584775"/>
          </a:xfrm>
        </p:grpSpPr>
        <p:sp>
          <p:nvSpPr>
            <p:cNvPr id="10" name="title">
              <a:extLst>
                <a:ext uri="{FF2B5EF4-FFF2-40B4-BE49-F238E27FC236}">
                  <a16:creationId xmlns:a16="http://schemas.microsoft.com/office/drawing/2014/main" id="{D6106DE2-177A-A2D1-EA45-521DB2096383}"/>
                </a:ext>
              </a:extLst>
            </p:cNvPr>
            <p:cNvSpPr txBox="1"/>
            <p:nvPr/>
          </p:nvSpPr>
          <p:spPr>
            <a:xfrm>
              <a:off x="1094286" y="504250"/>
              <a:ext cx="102595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Key Discoveries</a:t>
              </a: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4BFCB09-6D1D-932E-FEF1-AA060792B6E3}"/>
                </a:ext>
              </a:extLst>
            </p:cNvPr>
            <p:cNvSpPr/>
            <p:nvPr/>
          </p:nvSpPr>
          <p:spPr>
            <a:xfrm>
              <a:off x="385011" y="504250"/>
              <a:ext cx="584775" cy="5847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ïŝliďê">
            <a:extLst>
              <a:ext uri="{FF2B5EF4-FFF2-40B4-BE49-F238E27FC236}">
                <a16:creationId xmlns:a16="http://schemas.microsoft.com/office/drawing/2014/main" id="{C16371ED-7183-4BA1-FDDE-C89F8E1C8949}"/>
              </a:ext>
            </a:extLst>
          </p:cNvPr>
          <p:cNvSpPr/>
          <p:nvPr/>
        </p:nvSpPr>
        <p:spPr>
          <a:xfrm rot="9293031">
            <a:off x="7935210" y="5963823"/>
            <a:ext cx="4122207" cy="1755429"/>
          </a:xfrm>
          <a:custGeom>
            <a:avLst/>
            <a:gdLst>
              <a:gd name="connsiteX0" fmla="*/ 4122208 w 4122207"/>
              <a:gd name="connsiteY0" fmla="*/ 1684350 h 1755429"/>
              <a:gd name="connsiteX1" fmla="*/ 3338009 w 4122207"/>
              <a:gd name="connsiteY1" fmla="*/ 1643275 h 1755429"/>
              <a:gd name="connsiteX2" fmla="*/ 3029514 w 4122207"/>
              <a:gd name="connsiteY2" fmla="*/ 1450137 h 1755429"/>
              <a:gd name="connsiteX3" fmla="*/ 2596340 w 4122207"/>
              <a:gd name="connsiteY3" fmla="*/ 1208933 h 1755429"/>
              <a:gd name="connsiteX4" fmla="*/ 1629783 w 4122207"/>
              <a:gd name="connsiteY4" fmla="*/ 1354297 h 1755429"/>
              <a:gd name="connsiteX5" fmla="*/ 674295 w 4122207"/>
              <a:gd name="connsiteY5" fmla="*/ 1500243 h 1755429"/>
              <a:gd name="connsiteX6" fmla="*/ 33710 w 4122207"/>
              <a:gd name="connsiteY6" fmla="*/ 695646 h 1755429"/>
              <a:gd name="connsiteX7" fmla="*/ 66337 w 4122207"/>
              <a:gd name="connsiteY7" fmla="*/ 0 h 1755429"/>
              <a:gd name="connsiteX8" fmla="*/ 52063 w 4122207"/>
              <a:gd name="connsiteY8" fmla="*/ 0 h 1755429"/>
              <a:gd name="connsiteX9" fmla="*/ 20019 w 4122207"/>
              <a:gd name="connsiteY9" fmla="*/ 697977 h 1755429"/>
              <a:gd name="connsiteX10" fmla="*/ 670508 w 4122207"/>
              <a:gd name="connsiteY10" fmla="*/ 1513934 h 1755429"/>
              <a:gd name="connsiteX11" fmla="*/ 1634735 w 4122207"/>
              <a:gd name="connsiteY11" fmla="*/ 1367697 h 1755429"/>
              <a:gd name="connsiteX12" fmla="*/ 2592262 w 4122207"/>
              <a:gd name="connsiteY12" fmla="*/ 1222625 h 1755429"/>
              <a:gd name="connsiteX13" fmla="*/ 3021358 w 4122207"/>
              <a:gd name="connsiteY13" fmla="*/ 1461790 h 1755429"/>
              <a:gd name="connsiteX14" fmla="*/ 3331891 w 4122207"/>
              <a:gd name="connsiteY14" fmla="*/ 1656093 h 1755429"/>
              <a:gd name="connsiteX15" fmla="*/ 3781961 w 4122207"/>
              <a:gd name="connsiteY15" fmla="*/ 1755429 h 1755429"/>
              <a:gd name="connsiteX16" fmla="*/ 4122208 w 4122207"/>
              <a:gd name="connsiteY16" fmla="*/ 1699498 h 1755429"/>
              <a:gd name="connsiteX17" fmla="*/ 4122208 w 4122207"/>
              <a:gd name="connsiteY17" fmla="*/ 1684350 h 175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22207" h="1755429">
                <a:moveTo>
                  <a:pt x="4122208" y="1684350"/>
                </a:moveTo>
                <a:cubicBezTo>
                  <a:pt x="3869644" y="1772325"/>
                  <a:pt x="3579502" y="1757760"/>
                  <a:pt x="3338009" y="1643275"/>
                </a:cubicBezTo>
                <a:cubicBezTo>
                  <a:pt x="3229060" y="1591422"/>
                  <a:pt x="3127685" y="1519760"/>
                  <a:pt x="3029514" y="1450137"/>
                </a:cubicBezTo>
                <a:cubicBezTo>
                  <a:pt x="2895222" y="1354879"/>
                  <a:pt x="2756268" y="1256417"/>
                  <a:pt x="2596340" y="1208933"/>
                </a:cubicBezTo>
                <a:cubicBezTo>
                  <a:pt x="2277068" y="1114258"/>
                  <a:pt x="1947891" y="1236316"/>
                  <a:pt x="1629783" y="1354297"/>
                </a:cubicBezTo>
                <a:cubicBezTo>
                  <a:pt x="1314588" y="1471112"/>
                  <a:pt x="988616" y="1592005"/>
                  <a:pt x="674295" y="1500243"/>
                </a:cubicBezTo>
                <a:cubicBezTo>
                  <a:pt x="307831" y="1393332"/>
                  <a:pt x="88476" y="1019000"/>
                  <a:pt x="33710" y="695646"/>
                </a:cubicBezTo>
                <a:cubicBezTo>
                  <a:pt x="-5907" y="460560"/>
                  <a:pt x="18854" y="220230"/>
                  <a:pt x="66337" y="0"/>
                </a:cubicBezTo>
                <a:lnTo>
                  <a:pt x="52063" y="0"/>
                </a:lnTo>
                <a:cubicBezTo>
                  <a:pt x="4580" y="220812"/>
                  <a:pt x="-19890" y="462016"/>
                  <a:pt x="20019" y="697977"/>
                </a:cubicBezTo>
                <a:cubicBezTo>
                  <a:pt x="75367" y="1025700"/>
                  <a:pt x="298217" y="1405276"/>
                  <a:pt x="670508" y="1513934"/>
                </a:cubicBezTo>
                <a:cubicBezTo>
                  <a:pt x="989198" y="1606862"/>
                  <a:pt x="1317502" y="1485386"/>
                  <a:pt x="1634735" y="1367697"/>
                </a:cubicBezTo>
                <a:cubicBezTo>
                  <a:pt x="1950804" y="1250591"/>
                  <a:pt x="2277359" y="1129406"/>
                  <a:pt x="2592262" y="1222625"/>
                </a:cubicBezTo>
                <a:cubicBezTo>
                  <a:pt x="2750151" y="1269526"/>
                  <a:pt x="2887939" y="1367114"/>
                  <a:pt x="3021358" y="1461790"/>
                </a:cubicBezTo>
                <a:cubicBezTo>
                  <a:pt x="3119820" y="1531704"/>
                  <a:pt x="3221777" y="1603657"/>
                  <a:pt x="3331891" y="1656093"/>
                </a:cubicBezTo>
                <a:cubicBezTo>
                  <a:pt x="3471136" y="1722220"/>
                  <a:pt x="3626694" y="1755429"/>
                  <a:pt x="3781961" y="1755429"/>
                </a:cubicBezTo>
                <a:cubicBezTo>
                  <a:pt x="3897610" y="1755429"/>
                  <a:pt x="4013259" y="1736786"/>
                  <a:pt x="4122208" y="1699498"/>
                </a:cubicBezTo>
                <a:lnTo>
                  <a:pt x="4122208" y="1684350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3" name="ï$1iďê">
            <a:extLst>
              <a:ext uri="{FF2B5EF4-FFF2-40B4-BE49-F238E27FC236}">
                <a16:creationId xmlns:a16="http://schemas.microsoft.com/office/drawing/2014/main" id="{EB29B91D-D67A-24DE-1D3C-E4D71C8F2BC5}"/>
              </a:ext>
            </a:extLst>
          </p:cNvPr>
          <p:cNvSpPr/>
          <p:nvPr/>
        </p:nvSpPr>
        <p:spPr>
          <a:xfrm rot="16200000" flipV="1">
            <a:off x="10959570" y="3729022"/>
            <a:ext cx="1625600" cy="812800"/>
          </a:xfrm>
          <a:custGeom>
            <a:avLst/>
            <a:gdLst>
              <a:gd name="connsiteX0" fmla="*/ 0 w 1625600"/>
              <a:gd name="connsiteY0" fmla="*/ 0 h 812800"/>
              <a:gd name="connsiteX1" fmla="*/ 146743 w 1625600"/>
              <a:gd name="connsiteY1" fmla="*/ 0 h 812800"/>
              <a:gd name="connsiteX2" fmla="*/ 812800 w 1625600"/>
              <a:gd name="connsiteY2" fmla="*/ 666057 h 812800"/>
              <a:gd name="connsiteX3" fmla="*/ 1478857 w 1625600"/>
              <a:gd name="connsiteY3" fmla="*/ 0 h 812800"/>
              <a:gd name="connsiteX4" fmla="*/ 1625600 w 1625600"/>
              <a:gd name="connsiteY4" fmla="*/ 0 h 812800"/>
              <a:gd name="connsiteX5" fmla="*/ 812800 w 1625600"/>
              <a:gd name="connsiteY5" fmla="*/ 812800 h 812800"/>
              <a:gd name="connsiteX6" fmla="*/ 0 w 1625600"/>
              <a:gd name="connsiteY6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0" h="812800">
                <a:moveTo>
                  <a:pt x="0" y="0"/>
                </a:moveTo>
                <a:lnTo>
                  <a:pt x="146743" y="0"/>
                </a:lnTo>
                <a:cubicBezTo>
                  <a:pt x="146743" y="367853"/>
                  <a:pt x="444947" y="666057"/>
                  <a:pt x="812800" y="666057"/>
                </a:cubicBezTo>
                <a:cubicBezTo>
                  <a:pt x="1180653" y="666057"/>
                  <a:pt x="1478857" y="367853"/>
                  <a:pt x="1478857" y="0"/>
                </a:cubicBezTo>
                <a:lnTo>
                  <a:pt x="1625600" y="0"/>
                </a:lnTo>
                <a:cubicBezTo>
                  <a:pt x="1625600" y="448897"/>
                  <a:pt x="1261697" y="812800"/>
                  <a:pt x="812800" y="812800"/>
                </a:cubicBezTo>
                <a:cubicBezTo>
                  <a:pt x="363903" y="812800"/>
                  <a:pt x="0" y="448897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îṥ1íḓé">
            <a:extLst>
              <a:ext uri="{FF2B5EF4-FFF2-40B4-BE49-F238E27FC236}">
                <a16:creationId xmlns:a16="http://schemas.microsoft.com/office/drawing/2014/main" id="{6992D5F6-5AEA-550A-4EEA-22BF6E653419}"/>
              </a:ext>
            </a:extLst>
          </p:cNvPr>
          <p:cNvSpPr/>
          <p:nvPr/>
        </p:nvSpPr>
        <p:spPr>
          <a:xfrm>
            <a:off x="10575004" y="4716392"/>
            <a:ext cx="943896" cy="24254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15" name="îSḻiḋé">
            <a:extLst>
              <a:ext uri="{FF2B5EF4-FFF2-40B4-BE49-F238E27FC236}">
                <a16:creationId xmlns:a16="http://schemas.microsoft.com/office/drawing/2014/main" id="{116BECEB-01A7-F8FA-FD85-67D74A79B3DC}"/>
              </a:ext>
            </a:extLst>
          </p:cNvPr>
          <p:cNvSpPr/>
          <p:nvPr/>
        </p:nvSpPr>
        <p:spPr>
          <a:xfrm flipV="1">
            <a:off x="0" y="-15947"/>
            <a:ext cx="617828" cy="3175126"/>
          </a:xfrm>
          <a:custGeom>
            <a:avLst/>
            <a:gdLst>
              <a:gd name="connsiteX0" fmla="*/ 0 w 471948"/>
              <a:gd name="connsiteY0" fmla="*/ 2425423 h 2425423"/>
              <a:gd name="connsiteX1" fmla="*/ 471948 w 471948"/>
              <a:gd name="connsiteY1" fmla="*/ 1953475 h 2425423"/>
              <a:gd name="connsiteX2" fmla="*/ 471948 w 471948"/>
              <a:gd name="connsiteY2" fmla="*/ 471948 h 2425423"/>
              <a:gd name="connsiteX3" fmla="*/ 0 w 471948"/>
              <a:gd name="connsiteY3" fmla="*/ 0 h 24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" h="2425423">
                <a:moveTo>
                  <a:pt x="0" y="2425423"/>
                </a:moveTo>
                <a:cubicBezTo>
                  <a:pt x="260650" y="2425423"/>
                  <a:pt x="471948" y="2214125"/>
                  <a:pt x="471948" y="1953475"/>
                </a:cubicBezTo>
                <a:lnTo>
                  <a:pt x="471948" y="471948"/>
                </a:lnTo>
                <a:cubicBezTo>
                  <a:pt x="471948" y="211298"/>
                  <a:pt x="260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"/>
          <p:cNvSpPr txBox="1">
            <a:spLocks noChangeArrowheads="1"/>
          </p:cNvSpPr>
          <p:nvPr/>
        </p:nvSpPr>
        <p:spPr bwMode="auto">
          <a:xfrm>
            <a:off x="3322430" y="3271822"/>
            <a:ext cx="556341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Significance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776B01E-CE9F-E483-94E2-AD9AA890244E}"/>
              </a:ext>
            </a:extLst>
          </p:cNvPr>
          <p:cNvGrpSpPr/>
          <p:nvPr/>
        </p:nvGrpSpPr>
        <p:grpSpPr>
          <a:xfrm>
            <a:off x="5258884" y="1354667"/>
            <a:ext cx="1690508" cy="1690508"/>
            <a:chOff x="5254932" y="1151031"/>
            <a:chExt cx="1690508" cy="1690508"/>
          </a:xfrm>
        </p:grpSpPr>
        <p:sp>
          <p:nvSpPr>
            <p:cNvPr id="30" name="îśḻiďè">
              <a:extLst>
                <a:ext uri="{FF2B5EF4-FFF2-40B4-BE49-F238E27FC236}">
                  <a16:creationId xmlns:a16="http://schemas.microsoft.com/office/drawing/2014/main" id="{189FFE6D-9BB7-D63F-4A4A-F8B436D67321}"/>
                </a:ext>
              </a:extLst>
            </p:cNvPr>
            <p:cNvSpPr/>
            <p:nvPr/>
          </p:nvSpPr>
          <p:spPr>
            <a:xfrm rot="5400000" flipH="1">
              <a:off x="5254932" y="1151031"/>
              <a:ext cx="1690508" cy="1690508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38" name="section_no"/>
            <p:cNvSpPr>
              <a:spLocks noChangeArrowheads="1"/>
            </p:cNvSpPr>
            <p:nvPr/>
          </p:nvSpPr>
          <p:spPr bwMode="auto">
            <a:xfrm>
              <a:off x="5558156" y="1434368"/>
              <a:ext cx="1091966" cy="1123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6000" b="1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Arial" panose="020B0604020202020204" pitchFamily="34" charset="0"/>
                </a:rPr>
                <a:t>04</a:t>
              </a:r>
            </a:p>
          </p:txBody>
        </p:sp>
      </p:grpSp>
      <p:sp>
        <p:nvSpPr>
          <p:cNvPr id="18" name="subtitle">
            <a:extLst>
              <a:ext uri="{FF2B5EF4-FFF2-40B4-BE49-F238E27FC236}">
                <a16:creationId xmlns:a16="http://schemas.microsoft.com/office/drawing/2014/main" id="{B8A180D0-ED00-4497-8C88-B3FB1A6817F4}"/>
              </a:ext>
            </a:extLst>
          </p:cNvPr>
          <p:cNvSpPr txBox="1"/>
          <p:nvPr/>
        </p:nvSpPr>
        <p:spPr>
          <a:xfrm>
            <a:off x="3542284" y="4457956"/>
            <a:ext cx="5107432" cy="5168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 CN" panose="02020400000000000000" pitchFamily="18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Impact and Applications</a:t>
            </a:r>
          </a:p>
        </p:txBody>
      </p:sp>
      <p:sp>
        <p:nvSpPr>
          <p:cNvPr id="58" name="iconfont-1192-812027">
            <a:extLst>
              <a:ext uri="{FF2B5EF4-FFF2-40B4-BE49-F238E27FC236}">
                <a16:creationId xmlns:a16="http://schemas.microsoft.com/office/drawing/2014/main" id="{F0CA0E6C-2384-46DA-AF08-95A639F368C0}"/>
              </a:ext>
            </a:extLst>
          </p:cNvPr>
          <p:cNvSpPr/>
          <p:nvPr/>
        </p:nvSpPr>
        <p:spPr>
          <a:xfrm>
            <a:off x="11105838" y="676585"/>
            <a:ext cx="413062" cy="412440"/>
          </a:xfrm>
          <a:custGeom>
            <a:avLst/>
            <a:gdLst>
              <a:gd name="connsiteX0" fmla="*/ 445247 w 609262"/>
              <a:gd name="connsiteY0" fmla="*/ 196101 h 608345"/>
              <a:gd name="connsiteX1" fmla="*/ 577480 w 609262"/>
              <a:gd name="connsiteY1" fmla="*/ 196101 h 608345"/>
              <a:gd name="connsiteX2" fmla="*/ 609262 w 609262"/>
              <a:gd name="connsiteY2" fmla="*/ 227930 h 608345"/>
              <a:gd name="connsiteX3" fmla="*/ 609262 w 609262"/>
              <a:gd name="connsiteY3" fmla="*/ 576612 h 608345"/>
              <a:gd name="connsiteX4" fmla="*/ 577480 w 609262"/>
              <a:gd name="connsiteY4" fmla="*/ 608345 h 608345"/>
              <a:gd name="connsiteX5" fmla="*/ 228262 w 609262"/>
              <a:gd name="connsiteY5" fmla="*/ 608345 h 608345"/>
              <a:gd name="connsiteX6" fmla="*/ 196384 w 609262"/>
              <a:gd name="connsiteY6" fmla="*/ 576612 h 608345"/>
              <a:gd name="connsiteX7" fmla="*/ 196384 w 609262"/>
              <a:gd name="connsiteY7" fmla="*/ 444582 h 608345"/>
              <a:gd name="connsiteX8" fmla="*/ 260044 w 609262"/>
              <a:gd name="connsiteY8" fmla="*/ 444582 h 608345"/>
              <a:gd name="connsiteX9" fmla="*/ 260044 w 609262"/>
              <a:gd name="connsiteY9" fmla="*/ 544878 h 608345"/>
              <a:gd name="connsiteX10" fmla="*/ 545698 w 609262"/>
              <a:gd name="connsiteY10" fmla="*/ 544878 h 608345"/>
              <a:gd name="connsiteX11" fmla="*/ 545698 w 609262"/>
              <a:gd name="connsiteY11" fmla="*/ 259664 h 608345"/>
              <a:gd name="connsiteX12" fmla="*/ 445247 w 609262"/>
              <a:gd name="connsiteY12" fmla="*/ 259664 h 608345"/>
              <a:gd name="connsiteX13" fmla="*/ 19936 w 609262"/>
              <a:gd name="connsiteY13" fmla="*/ 0 h 608345"/>
              <a:gd name="connsiteX14" fmla="*/ 382922 w 609262"/>
              <a:gd name="connsiteY14" fmla="*/ 0 h 608345"/>
              <a:gd name="connsiteX15" fmla="*/ 402858 w 609262"/>
              <a:gd name="connsiteY15" fmla="*/ 19908 h 608345"/>
              <a:gd name="connsiteX16" fmla="*/ 402858 w 609262"/>
              <a:gd name="connsiteY16" fmla="*/ 382386 h 608345"/>
              <a:gd name="connsiteX17" fmla="*/ 382922 w 609262"/>
              <a:gd name="connsiteY17" fmla="*/ 402294 h 608345"/>
              <a:gd name="connsiteX18" fmla="*/ 19936 w 609262"/>
              <a:gd name="connsiteY18" fmla="*/ 402294 h 608345"/>
              <a:gd name="connsiteX19" fmla="*/ 0 w 609262"/>
              <a:gd name="connsiteY19" fmla="*/ 382386 h 608345"/>
              <a:gd name="connsiteX20" fmla="*/ 0 w 609262"/>
              <a:gd name="connsiteY20" fmla="*/ 19908 h 608345"/>
              <a:gd name="connsiteX21" fmla="*/ 19936 w 609262"/>
              <a:gd name="connsiteY21" fmla="*/ 0 h 60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262" h="608345">
                <a:moveTo>
                  <a:pt x="445247" y="196101"/>
                </a:moveTo>
                <a:lnTo>
                  <a:pt x="577480" y="196101"/>
                </a:lnTo>
                <a:cubicBezTo>
                  <a:pt x="595008" y="196101"/>
                  <a:pt x="609262" y="210333"/>
                  <a:pt x="609262" y="227930"/>
                </a:cubicBezTo>
                <a:lnTo>
                  <a:pt x="609262" y="576612"/>
                </a:lnTo>
                <a:cubicBezTo>
                  <a:pt x="609262" y="594113"/>
                  <a:pt x="595008" y="608345"/>
                  <a:pt x="577480" y="608345"/>
                </a:cubicBezTo>
                <a:lnTo>
                  <a:pt x="228262" y="608345"/>
                </a:lnTo>
                <a:cubicBezTo>
                  <a:pt x="210638" y="608345"/>
                  <a:pt x="196384" y="594113"/>
                  <a:pt x="196384" y="576612"/>
                </a:cubicBezTo>
                <a:lnTo>
                  <a:pt x="196384" y="444582"/>
                </a:lnTo>
                <a:lnTo>
                  <a:pt x="260044" y="444582"/>
                </a:lnTo>
                <a:lnTo>
                  <a:pt x="260044" y="544878"/>
                </a:lnTo>
                <a:lnTo>
                  <a:pt x="545698" y="544878"/>
                </a:lnTo>
                <a:lnTo>
                  <a:pt x="545698" y="259664"/>
                </a:lnTo>
                <a:lnTo>
                  <a:pt x="445247" y="259664"/>
                </a:lnTo>
                <a:close/>
                <a:moveTo>
                  <a:pt x="19936" y="0"/>
                </a:moveTo>
                <a:lnTo>
                  <a:pt x="382922" y="0"/>
                </a:lnTo>
                <a:cubicBezTo>
                  <a:pt x="393901" y="0"/>
                  <a:pt x="402858" y="8848"/>
                  <a:pt x="402858" y="19908"/>
                </a:cubicBezTo>
                <a:lnTo>
                  <a:pt x="402858" y="382386"/>
                </a:lnTo>
                <a:cubicBezTo>
                  <a:pt x="402858" y="393350"/>
                  <a:pt x="393901" y="402294"/>
                  <a:pt x="382922" y="402294"/>
                </a:cubicBezTo>
                <a:lnTo>
                  <a:pt x="19936" y="402294"/>
                </a:lnTo>
                <a:cubicBezTo>
                  <a:pt x="8957" y="402294"/>
                  <a:pt x="0" y="393350"/>
                  <a:pt x="0" y="382386"/>
                </a:cubicBezTo>
                <a:lnTo>
                  <a:pt x="0" y="19908"/>
                </a:lnTo>
                <a:cubicBezTo>
                  <a:pt x="0" y="8848"/>
                  <a:pt x="8957" y="0"/>
                  <a:pt x="199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5FA3E914-C164-4BF2-ACD1-720314A5ECE8}"/>
              </a:ext>
            </a:extLst>
          </p:cNvPr>
          <p:cNvGrpSpPr/>
          <p:nvPr/>
        </p:nvGrpSpPr>
        <p:grpSpPr>
          <a:xfrm rot="5400000" flipH="1">
            <a:off x="1189310" y="5460766"/>
            <a:ext cx="292598" cy="1346667"/>
            <a:chOff x="1724433" y="1612606"/>
            <a:chExt cx="241950" cy="1113561"/>
          </a:xfrm>
          <a:solidFill>
            <a:schemeClr val="accent2"/>
          </a:solidFill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E306BE01-C43C-433B-B5AB-5957FA3ADA8F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569C2B12-5DE7-4190-AF2E-39B7A8629217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517CADFB-DDDB-437C-A1E1-CD9BB7B63F09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4479E5D8-8CCD-4AED-9FA0-A68EB27EDAC2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656FC442-7A2A-4818-870F-C6113265F5B8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FBC4251F-566A-4569-AAAA-C5973D8F12A7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C4E78EA2-B42B-40FD-930A-30DB963E89F2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10121E58-DBDF-4889-A1C6-A4D59EF7EE7C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14DDA557-95A1-4D45-A635-A6AA8AEC0283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7D21E0D0-07E1-426F-902C-F5386465DAD3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1CD214AE-A04F-4DAF-91B6-4FEED3CA446A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D392E9C4-24BF-4B4D-94E4-C47677454428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92CCDEC3-FA16-4FD6-880B-5581190B3E83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89ED4752-703E-418E-BB9B-87338A5079E2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84B65BEE-95B6-4F64-BF25-88A9376E5988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EA40A5FC-B2B2-4A90-8E71-737634D29F48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20BBF7BF-624E-4C1B-8F3A-9DCCF027ECE6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D3E216AF-5FFB-4697-A339-15AE1902FE29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íṧ1iḑê">
            <a:extLst>
              <a:ext uri="{FF2B5EF4-FFF2-40B4-BE49-F238E27FC236}">
                <a16:creationId xmlns:a16="http://schemas.microsoft.com/office/drawing/2014/main" id="{950C257B-2DE8-0BBB-60FE-77AF020FB7C4}"/>
              </a:ext>
            </a:extLst>
          </p:cNvPr>
          <p:cNvSpPr/>
          <p:nvPr/>
        </p:nvSpPr>
        <p:spPr>
          <a:xfrm rot="17882556" flipH="1" flipV="1">
            <a:off x="472364" y="-1203952"/>
            <a:ext cx="2352478" cy="2298876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34" name="îSḻiḋé">
            <a:extLst>
              <a:ext uri="{FF2B5EF4-FFF2-40B4-BE49-F238E27FC236}">
                <a16:creationId xmlns:a16="http://schemas.microsoft.com/office/drawing/2014/main" id="{09BB31A4-2D83-FA54-57FB-8620A9A186F3}"/>
              </a:ext>
            </a:extLst>
          </p:cNvPr>
          <p:cNvSpPr/>
          <p:nvPr/>
        </p:nvSpPr>
        <p:spPr>
          <a:xfrm flipV="1">
            <a:off x="0" y="-15947"/>
            <a:ext cx="617828" cy="3175126"/>
          </a:xfrm>
          <a:custGeom>
            <a:avLst/>
            <a:gdLst>
              <a:gd name="connsiteX0" fmla="*/ 0 w 471948"/>
              <a:gd name="connsiteY0" fmla="*/ 2425423 h 2425423"/>
              <a:gd name="connsiteX1" fmla="*/ 471948 w 471948"/>
              <a:gd name="connsiteY1" fmla="*/ 1953475 h 2425423"/>
              <a:gd name="connsiteX2" fmla="*/ 471948 w 471948"/>
              <a:gd name="connsiteY2" fmla="*/ 471948 h 2425423"/>
              <a:gd name="connsiteX3" fmla="*/ 0 w 471948"/>
              <a:gd name="connsiteY3" fmla="*/ 0 h 24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" h="2425423">
                <a:moveTo>
                  <a:pt x="0" y="2425423"/>
                </a:moveTo>
                <a:cubicBezTo>
                  <a:pt x="260650" y="2425423"/>
                  <a:pt x="471948" y="2214125"/>
                  <a:pt x="471948" y="1953475"/>
                </a:cubicBezTo>
                <a:lnTo>
                  <a:pt x="471948" y="471948"/>
                </a:lnTo>
                <a:cubicBezTo>
                  <a:pt x="471948" y="211298"/>
                  <a:pt x="260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35" name="iṧḷíďè">
            <a:extLst>
              <a:ext uri="{FF2B5EF4-FFF2-40B4-BE49-F238E27FC236}">
                <a16:creationId xmlns:a16="http://schemas.microsoft.com/office/drawing/2014/main" id="{04A42DD6-3A30-E934-8B66-6A5B4B9EFA9A}"/>
              </a:ext>
            </a:extLst>
          </p:cNvPr>
          <p:cNvSpPr/>
          <p:nvPr/>
        </p:nvSpPr>
        <p:spPr>
          <a:xfrm flipH="1" flipV="1">
            <a:off x="6344" y="10517"/>
            <a:ext cx="5807985" cy="2463032"/>
          </a:xfrm>
          <a:custGeom>
            <a:avLst/>
            <a:gdLst>
              <a:gd name="connsiteX0" fmla="*/ 5807796 w 5807985"/>
              <a:gd name="connsiteY0" fmla="*/ 43921 h 2463032"/>
              <a:gd name="connsiteX1" fmla="*/ 5061375 w 5807985"/>
              <a:gd name="connsiteY1" fmla="*/ 136964 h 2463032"/>
              <a:gd name="connsiteX2" fmla="*/ 4374333 w 5807985"/>
              <a:gd name="connsiteY2" fmla="*/ 1040537 h 2463032"/>
              <a:gd name="connsiteX3" fmla="*/ 4368849 w 5807985"/>
              <a:gd name="connsiteY3" fmla="*/ 1051506 h 2463032"/>
              <a:gd name="connsiteX4" fmla="*/ 3716793 w 5807985"/>
              <a:gd name="connsiteY4" fmla="*/ 1963589 h 2463032"/>
              <a:gd name="connsiteX5" fmla="*/ 2393581 w 5807985"/>
              <a:gd name="connsiteY5" fmla="*/ 2209434 h 2463032"/>
              <a:gd name="connsiteX6" fmla="*/ 1938391 w 5807985"/>
              <a:gd name="connsiteY6" fmla="*/ 2143623 h 2463032"/>
              <a:gd name="connsiteX7" fmla="*/ 1022146 w 5807985"/>
              <a:gd name="connsiteY7" fmla="*/ 2057010 h 2463032"/>
              <a:gd name="connsiteX8" fmla="*/ 345128 w 5807985"/>
              <a:gd name="connsiteY8" fmla="*/ 2217566 h 2463032"/>
              <a:gd name="connsiteX9" fmla="*/ 0 w 5807985"/>
              <a:gd name="connsiteY9" fmla="*/ 2463032 h 2463032"/>
              <a:gd name="connsiteX10" fmla="*/ 12860 w 5807985"/>
              <a:gd name="connsiteY10" fmla="*/ 2463032 h 2463032"/>
              <a:gd name="connsiteX11" fmla="*/ 349289 w 5807985"/>
              <a:gd name="connsiteY11" fmla="*/ 2225698 h 2463032"/>
              <a:gd name="connsiteX12" fmla="*/ 1022714 w 5807985"/>
              <a:gd name="connsiteY12" fmla="*/ 2066088 h 2463032"/>
              <a:gd name="connsiteX13" fmla="*/ 1937256 w 5807985"/>
              <a:gd name="connsiteY13" fmla="*/ 2152511 h 2463032"/>
              <a:gd name="connsiteX14" fmla="*/ 2392825 w 5807985"/>
              <a:gd name="connsiteY14" fmla="*/ 2218511 h 2463032"/>
              <a:gd name="connsiteX15" fmla="*/ 3722466 w 5807985"/>
              <a:gd name="connsiteY15" fmla="*/ 1970965 h 2463032"/>
              <a:gd name="connsiteX16" fmla="*/ 4377359 w 5807985"/>
              <a:gd name="connsiteY16" fmla="*/ 1055477 h 2463032"/>
              <a:gd name="connsiteX17" fmla="*/ 4382843 w 5807985"/>
              <a:gd name="connsiteY17" fmla="*/ 1044509 h 2463032"/>
              <a:gd name="connsiteX18" fmla="*/ 5066480 w 5807985"/>
              <a:gd name="connsiteY18" fmla="*/ 144528 h 2463032"/>
              <a:gd name="connsiteX19" fmla="*/ 5807985 w 5807985"/>
              <a:gd name="connsiteY19" fmla="*/ 53377 h 2463032"/>
              <a:gd name="connsiteX20" fmla="*/ 5807985 w 5807985"/>
              <a:gd name="connsiteY20" fmla="*/ 43921 h 2463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807985" h="2463032">
                <a:moveTo>
                  <a:pt x="5807796" y="43921"/>
                </a:moveTo>
                <a:cubicBezTo>
                  <a:pt x="5570651" y="-41368"/>
                  <a:pt x="5273935" y="1749"/>
                  <a:pt x="5061375" y="136964"/>
                </a:cubicBezTo>
                <a:cubicBezTo>
                  <a:pt x="4745369" y="338178"/>
                  <a:pt x="4556069" y="679146"/>
                  <a:pt x="4374333" y="1040537"/>
                </a:cubicBezTo>
                <a:lnTo>
                  <a:pt x="4368849" y="1051506"/>
                </a:lnTo>
                <a:cubicBezTo>
                  <a:pt x="4198270" y="1390961"/>
                  <a:pt x="4021829" y="1741951"/>
                  <a:pt x="3716793" y="1963589"/>
                </a:cubicBezTo>
                <a:cubicBezTo>
                  <a:pt x="3400977" y="2193170"/>
                  <a:pt x="2968101" y="2273543"/>
                  <a:pt x="2393581" y="2209434"/>
                </a:cubicBezTo>
                <a:cubicBezTo>
                  <a:pt x="2241536" y="2192414"/>
                  <a:pt x="2087410" y="2167640"/>
                  <a:pt x="1938391" y="2143623"/>
                </a:cubicBezTo>
                <a:cubicBezTo>
                  <a:pt x="1639027" y="2095400"/>
                  <a:pt x="1329641" y="2045475"/>
                  <a:pt x="1022146" y="2057010"/>
                </a:cubicBezTo>
                <a:cubicBezTo>
                  <a:pt x="778193" y="2066277"/>
                  <a:pt x="544073" y="2121686"/>
                  <a:pt x="345128" y="2217566"/>
                </a:cubicBezTo>
                <a:cubicBezTo>
                  <a:pt x="208022" y="2283566"/>
                  <a:pt x="92665" y="2365829"/>
                  <a:pt x="0" y="2463032"/>
                </a:cubicBezTo>
                <a:lnTo>
                  <a:pt x="12860" y="2463032"/>
                </a:lnTo>
                <a:cubicBezTo>
                  <a:pt x="103822" y="2369233"/>
                  <a:pt x="216154" y="2289806"/>
                  <a:pt x="349289" y="2225698"/>
                </a:cubicBezTo>
                <a:cubicBezTo>
                  <a:pt x="547099" y="2130575"/>
                  <a:pt x="779895" y="2075354"/>
                  <a:pt x="1022714" y="2066088"/>
                </a:cubicBezTo>
                <a:cubicBezTo>
                  <a:pt x="1329452" y="2054363"/>
                  <a:pt x="1638460" y="2104288"/>
                  <a:pt x="1937256" y="2152511"/>
                </a:cubicBezTo>
                <a:cubicBezTo>
                  <a:pt x="2086465" y="2176529"/>
                  <a:pt x="2240591" y="2201491"/>
                  <a:pt x="2392825" y="2218511"/>
                </a:cubicBezTo>
                <a:cubicBezTo>
                  <a:pt x="2969803" y="2282998"/>
                  <a:pt x="3404759" y="2201870"/>
                  <a:pt x="3722466" y="1970965"/>
                </a:cubicBezTo>
                <a:cubicBezTo>
                  <a:pt x="4029394" y="1747813"/>
                  <a:pt x="4206213" y="1395877"/>
                  <a:pt x="4377359" y="1055477"/>
                </a:cubicBezTo>
                <a:lnTo>
                  <a:pt x="4382843" y="1044509"/>
                </a:lnTo>
                <a:cubicBezTo>
                  <a:pt x="4563823" y="684441"/>
                  <a:pt x="4752367" y="344608"/>
                  <a:pt x="5066480" y="144528"/>
                </a:cubicBezTo>
                <a:cubicBezTo>
                  <a:pt x="5277717" y="10070"/>
                  <a:pt x="5573110" y="-32480"/>
                  <a:pt x="5807985" y="53377"/>
                </a:cubicBezTo>
                <a:lnTo>
                  <a:pt x="5807985" y="43921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39" name="ïŝliďê">
            <a:extLst>
              <a:ext uri="{FF2B5EF4-FFF2-40B4-BE49-F238E27FC236}">
                <a16:creationId xmlns:a16="http://schemas.microsoft.com/office/drawing/2014/main" id="{D9949E5E-6B28-68C8-0E4E-606378EDFBF5}"/>
              </a:ext>
            </a:extLst>
          </p:cNvPr>
          <p:cNvSpPr/>
          <p:nvPr/>
        </p:nvSpPr>
        <p:spPr>
          <a:xfrm rot="9293031">
            <a:off x="7935210" y="5963823"/>
            <a:ext cx="4122207" cy="1755429"/>
          </a:xfrm>
          <a:custGeom>
            <a:avLst/>
            <a:gdLst>
              <a:gd name="connsiteX0" fmla="*/ 4122208 w 4122207"/>
              <a:gd name="connsiteY0" fmla="*/ 1684350 h 1755429"/>
              <a:gd name="connsiteX1" fmla="*/ 3338009 w 4122207"/>
              <a:gd name="connsiteY1" fmla="*/ 1643275 h 1755429"/>
              <a:gd name="connsiteX2" fmla="*/ 3029514 w 4122207"/>
              <a:gd name="connsiteY2" fmla="*/ 1450137 h 1755429"/>
              <a:gd name="connsiteX3" fmla="*/ 2596340 w 4122207"/>
              <a:gd name="connsiteY3" fmla="*/ 1208933 h 1755429"/>
              <a:gd name="connsiteX4" fmla="*/ 1629783 w 4122207"/>
              <a:gd name="connsiteY4" fmla="*/ 1354297 h 1755429"/>
              <a:gd name="connsiteX5" fmla="*/ 674295 w 4122207"/>
              <a:gd name="connsiteY5" fmla="*/ 1500243 h 1755429"/>
              <a:gd name="connsiteX6" fmla="*/ 33710 w 4122207"/>
              <a:gd name="connsiteY6" fmla="*/ 695646 h 1755429"/>
              <a:gd name="connsiteX7" fmla="*/ 66337 w 4122207"/>
              <a:gd name="connsiteY7" fmla="*/ 0 h 1755429"/>
              <a:gd name="connsiteX8" fmla="*/ 52063 w 4122207"/>
              <a:gd name="connsiteY8" fmla="*/ 0 h 1755429"/>
              <a:gd name="connsiteX9" fmla="*/ 20019 w 4122207"/>
              <a:gd name="connsiteY9" fmla="*/ 697977 h 1755429"/>
              <a:gd name="connsiteX10" fmla="*/ 670508 w 4122207"/>
              <a:gd name="connsiteY10" fmla="*/ 1513934 h 1755429"/>
              <a:gd name="connsiteX11" fmla="*/ 1634735 w 4122207"/>
              <a:gd name="connsiteY11" fmla="*/ 1367697 h 1755429"/>
              <a:gd name="connsiteX12" fmla="*/ 2592262 w 4122207"/>
              <a:gd name="connsiteY12" fmla="*/ 1222625 h 1755429"/>
              <a:gd name="connsiteX13" fmla="*/ 3021358 w 4122207"/>
              <a:gd name="connsiteY13" fmla="*/ 1461790 h 1755429"/>
              <a:gd name="connsiteX14" fmla="*/ 3331891 w 4122207"/>
              <a:gd name="connsiteY14" fmla="*/ 1656093 h 1755429"/>
              <a:gd name="connsiteX15" fmla="*/ 3781961 w 4122207"/>
              <a:gd name="connsiteY15" fmla="*/ 1755429 h 1755429"/>
              <a:gd name="connsiteX16" fmla="*/ 4122208 w 4122207"/>
              <a:gd name="connsiteY16" fmla="*/ 1699498 h 1755429"/>
              <a:gd name="connsiteX17" fmla="*/ 4122208 w 4122207"/>
              <a:gd name="connsiteY17" fmla="*/ 1684350 h 175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22207" h="1755429">
                <a:moveTo>
                  <a:pt x="4122208" y="1684350"/>
                </a:moveTo>
                <a:cubicBezTo>
                  <a:pt x="3869644" y="1772325"/>
                  <a:pt x="3579502" y="1757760"/>
                  <a:pt x="3338009" y="1643275"/>
                </a:cubicBezTo>
                <a:cubicBezTo>
                  <a:pt x="3229060" y="1591422"/>
                  <a:pt x="3127685" y="1519760"/>
                  <a:pt x="3029514" y="1450137"/>
                </a:cubicBezTo>
                <a:cubicBezTo>
                  <a:pt x="2895222" y="1354879"/>
                  <a:pt x="2756268" y="1256417"/>
                  <a:pt x="2596340" y="1208933"/>
                </a:cubicBezTo>
                <a:cubicBezTo>
                  <a:pt x="2277068" y="1114258"/>
                  <a:pt x="1947891" y="1236316"/>
                  <a:pt x="1629783" y="1354297"/>
                </a:cubicBezTo>
                <a:cubicBezTo>
                  <a:pt x="1314588" y="1471112"/>
                  <a:pt x="988616" y="1592005"/>
                  <a:pt x="674295" y="1500243"/>
                </a:cubicBezTo>
                <a:cubicBezTo>
                  <a:pt x="307831" y="1393332"/>
                  <a:pt x="88476" y="1019000"/>
                  <a:pt x="33710" y="695646"/>
                </a:cubicBezTo>
                <a:cubicBezTo>
                  <a:pt x="-5907" y="460560"/>
                  <a:pt x="18854" y="220230"/>
                  <a:pt x="66337" y="0"/>
                </a:cubicBezTo>
                <a:lnTo>
                  <a:pt x="52063" y="0"/>
                </a:lnTo>
                <a:cubicBezTo>
                  <a:pt x="4580" y="220812"/>
                  <a:pt x="-19890" y="462016"/>
                  <a:pt x="20019" y="697977"/>
                </a:cubicBezTo>
                <a:cubicBezTo>
                  <a:pt x="75367" y="1025700"/>
                  <a:pt x="298217" y="1405276"/>
                  <a:pt x="670508" y="1513934"/>
                </a:cubicBezTo>
                <a:cubicBezTo>
                  <a:pt x="989198" y="1606862"/>
                  <a:pt x="1317502" y="1485386"/>
                  <a:pt x="1634735" y="1367697"/>
                </a:cubicBezTo>
                <a:cubicBezTo>
                  <a:pt x="1950804" y="1250591"/>
                  <a:pt x="2277359" y="1129406"/>
                  <a:pt x="2592262" y="1222625"/>
                </a:cubicBezTo>
                <a:cubicBezTo>
                  <a:pt x="2750151" y="1269526"/>
                  <a:pt x="2887939" y="1367114"/>
                  <a:pt x="3021358" y="1461790"/>
                </a:cubicBezTo>
                <a:cubicBezTo>
                  <a:pt x="3119820" y="1531704"/>
                  <a:pt x="3221777" y="1603657"/>
                  <a:pt x="3331891" y="1656093"/>
                </a:cubicBezTo>
                <a:cubicBezTo>
                  <a:pt x="3471136" y="1722220"/>
                  <a:pt x="3626694" y="1755429"/>
                  <a:pt x="3781961" y="1755429"/>
                </a:cubicBezTo>
                <a:cubicBezTo>
                  <a:pt x="3897610" y="1755429"/>
                  <a:pt x="4013259" y="1736786"/>
                  <a:pt x="4122208" y="1699498"/>
                </a:cubicBezTo>
                <a:lnTo>
                  <a:pt x="4122208" y="1684350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40" name="ï$1iďê">
            <a:extLst>
              <a:ext uri="{FF2B5EF4-FFF2-40B4-BE49-F238E27FC236}">
                <a16:creationId xmlns:a16="http://schemas.microsoft.com/office/drawing/2014/main" id="{DD696183-E616-7F88-3D76-A71B6C17AC08}"/>
              </a:ext>
            </a:extLst>
          </p:cNvPr>
          <p:cNvSpPr/>
          <p:nvPr/>
        </p:nvSpPr>
        <p:spPr>
          <a:xfrm rot="16200000" flipV="1">
            <a:off x="10959570" y="3729022"/>
            <a:ext cx="1625600" cy="812800"/>
          </a:xfrm>
          <a:custGeom>
            <a:avLst/>
            <a:gdLst>
              <a:gd name="connsiteX0" fmla="*/ 0 w 1625600"/>
              <a:gd name="connsiteY0" fmla="*/ 0 h 812800"/>
              <a:gd name="connsiteX1" fmla="*/ 146743 w 1625600"/>
              <a:gd name="connsiteY1" fmla="*/ 0 h 812800"/>
              <a:gd name="connsiteX2" fmla="*/ 812800 w 1625600"/>
              <a:gd name="connsiteY2" fmla="*/ 666057 h 812800"/>
              <a:gd name="connsiteX3" fmla="*/ 1478857 w 1625600"/>
              <a:gd name="connsiteY3" fmla="*/ 0 h 812800"/>
              <a:gd name="connsiteX4" fmla="*/ 1625600 w 1625600"/>
              <a:gd name="connsiteY4" fmla="*/ 0 h 812800"/>
              <a:gd name="connsiteX5" fmla="*/ 812800 w 1625600"/>
              <a:gd name="connsiteY5" fmla="*/ 812800 h 812800"/>
              <a:gd name="connsiteX6" fmla="*/ 0 w 1625600"/>
              <a:gd name="connsiteY6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0" h="812800">
                <a:moveTo>
                  <a:pt x="0" y="0"/>
                </a:moveTo>
                <a:lnTo>
                  <a:pt x="146743" y="0"/>
                </a:lnTo>
                <a:cubicBezTo>
                  <a:pt x="146743" y="367853"/>
                  <a:pt x="444947" y="666057"/>
                  <a:pt x="812800" y="666057"/>
                </a:cubicBezTo>
                <a:cubicBezTo>
                  <a:pt x="1180653" y="666057"/>
                  <a:pt x="1478857" y="367853"/>
                  <a:pt x="1478857" y="0"/>
                </a:cubicBezTo>
                <a:lnTo>
                  <a:pt x="1625600" y="0"/>
                </a:lnTo>
                <a:cubicBezTo>
                  <a:pt x="1625600" y="448897"/>
                  <a:pt x="1261697" y="812800"/>
                  <a:pt x="812800" y="812800"/>
                </a:cubicBezTo>
                <a:cubicBezTo>
                  <a:pt x="363903" y="812800"/>
                  <a:pt x="0" y="448897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41" name="îṥ1íḓé">
            <a:extLst>
              <a:ext uri="{FF2B5EF4-FFF2-40B4-BE49-F238E27FC236}">
                <a16:creationId xmlns:a16="http://schemas.microsoft.com/office/drawing/2014/main" id="{327A7734-E2A2-E410-4ADF-A4CBCCB5F92B}"/>
              </a:ext>
            </a:extLst>
          </p:cNvPr>
          <p:cNvSpPr/>
          <p:nvPr/>
        </p:nvSpPr>
        <p:spPr>
          <a:xfrm>
            <a:off x="10575004" y="4716392"/>
            <a:ext cx="943896" cy="24254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42" name="íṧ1iḑê">
            <a:extLst>
              <a:ext uri="{FF2B5EF4-FFF2-40B4-BE49-F238E27FC236}">
                <a16:creationId xmlns:a16="http://schemas.microsoft.com/office/drawing/2014/main" id="{98B2946A-5465-6521-24B8-1B79CE9ACC22}"/>
              </a:ext>
            </a:extLst>
          </p:cNvPr>
          <p:cNvSpPr/>
          <p:nvPr/>
        </p:nvSpPr>
        <p:spPr>
          <a:xfrm rot="17882556" flipH="1" flipV="1">
            <a:off x="8284291" y="5824929"/>
            <a:ext cx="2162973" cy="2113689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E12AA20-8730-4155-A3B4-A528C49681F8}"/>
              </a:ext>
            </a:extLst>
          </p:cNvPr>
          <p:cNvGrpSpPr/>
          <p:nvPr/>
        </p:nvGrpSpPr>
        <p:grpSpPr>
          <a:xfrm>
            <a:off x="1895348" y="1726032"/>
            <a:ext cx="8401304" cy="2275815"/>
            <a:chOff x="1895348" y="2426127"/>
            <a:chExt cx="8401304" cy="2275815"/>
          </a:xfrm>
        </p:grpSpPr>
        <p:cxnSp>
          <p:nvCxnSpPr>
            <p:cNvPr id="5" name="iṧlïḋé">
              <a:extLst>
                <a:ext uri="{FF2B5EF4-FFF2-40B4-BE49-F238E27FC236}">
                  <a16:creationId xmlns:a16="http://schemas.microsoft.com/office/drawing/2014/main" id="{ADBE82B0-5888-4275-869A-C2B09A54E9A3}"/>
                </a:ext>
              </a:extLst>
            </p:cNvPr>
            <p:cNvCxnSpPr>
              <a:cxnSpLocks/>
              <a:stCxn id="14" idx="6"/>
              <a:endCxn id="9" idx="2"/>
            </p:cNvCxnSpPr>
            <p:nvPr/>
          </p:nvCxnSpPr>
          <p:spPr>
            <a:xfrm>
              <a:off x="2865214" y="2659393"/>
              <a:ext cx="6461572" cy="0"/>
            </a:xfrm>
            <a:prstGeom prst="line">
              <a:avLst/>
            </a:prstGeom>
            <a:ln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îṥḷíďè">
              <a:extLst>
                <a:ext uri="{FF2B5EF4-FFF2-40B4-BE49-F238E27FC236}">
                  <a16:creationId xmlns:a16="http://schemas.microsoft.com/office/drawing/2014/main" id="{154F941A-B3F4-4004-A7EF-76D4FBA4878C}"/>
                </a:ext>
              </a:extLst>
            </p:cNvPr>
            <p:cNvGrpSpPr/>
            <p:nvPr/>
          </p:nvGrpSpPr>
          <p:grpSpPr>
            <a:xfrm>
              <a:off x="5359400" y="2426127"/>
              <a:ext cx="1473200" cy="2275815"/>
              <a:chOff x="3187700" y="2426127"/>
              <a:chExt cx="1473200" cy="2275815"/>
            </a:xfrm>
          </p:grpSpPr>
          <p:sp>
            <p:nvSpPr>
              <p:cNvPr id="19" name="íṣ1îḋé">
                <a:extLst>
                  <a:ext uri="{FF2B5EF4-FFF2-40B4-BE49-F238E27FC236}">
                    <a16:creationId xmlns:a16="http://schemas.microsoft.com/office/drawing/2014/main" id="{A2C997CC-5BED-457C-8256-C7E9F1A3F031}"/>
                  </a:ext>
                </a:extLst>
              </p:cNvPr>
              <p:cNvSpPr/>
              <p:nvPr/>
            </p:nvSpPr>
            <p:spPr>
              <a:xfrm>
                <a:off x="3691034" y="2426127"/>
                <a:ext cx="466532" cy="466532"/>
              </a:xfrm>
              <a:prstGeom prst="ellipse">
                <a:avLst/>
              </a:prstGeom>
              <a:solidFill>
                <a:schemeClr val="accent2"/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400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O2</a:t>
                </a:r>
                <a:endParaRPr lang="zh-CN" altLang="en-US" sz="14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20" name="îṥ1ïḍe">
                <a:extLst>
                  <a:ext uri="{FF2B5EF4-FFF2-40B4-BE49-F238E27FC236}">
                    <a16:creationId xmlns:a16="http://schemas.microsoft.com/office/drawing/2014/main" id="{8E4047E7-E627-464C-A5B0-715005F83573}"/>
                  </a:ext>
                </a:extLst>
              </p:cNvPr>
              <p:cNvSpPr/>
              <p:nvPr/>
            </p:nvSpPr>
            <p:spPr>
              <a:xfrm>
                <a:off x="3187700" y="3228742"/>
                <a:ext cx="1473200" cy="1473200"/>
              </a:xfrm>
              <a:prstGeom prst="ellipse">
                <a:avLst/>
              </a:prstGeom>
              <a:solidFill>
                <a:schemeClr val="accent2"/>
              </a:solidFill>
              <a:ln w="19050" cap="rnd">
                <a:solidFill>
                  <a:schemeClr val="accent2"/>
                </a:solidFill>
                <a:prstDash val="solid"/>
                <a:round/>
                <a:headEnd type="triangl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ísļiḑé">
                <a:extLst>
                  <a:ext uri="{FF2B5EF4-FFF2-40B4-BE49-F238E27FC236}">
                    <a16:creationId xmlns:a16="http://schemas.microsoft.com/office/drawing/2014/main" id="{DADA058B-BE05-440C-82C8-2DDD9847FF20}"/>
                  </a:ext>
                </a:extLst>
              </p:cNvPr>
              <p:cNvSpPr/>
              <p:nvPr/>
            </p:nvSpPr>
            <p:spPr bwMode="auto">
              <a:xfrm>
                <a:off x="3730618" y="3765842"/>
                <a:ext cx="387364" cy="399000"/>
              </a:xfrm>
              <a:custGeom>
                <a:avLst/>
                <a:gdLst>
                  <a:gd name="connsiteX0" fmla="*/ 266700 w 533400"/>
                  <a:gd name="connsiteY0" fmla="*/ 285750 h 533400"/>
                  <a:gd name="connsiteX1" fmla="*/ 409575 w 533400"/>
                  <a:gd name="connsiteY1" fmla="*/ 142875 h 533400"/>
                  <a:gd name="connsiteX2" fmla="*/ 266700 w 533400"/>
                  <a:gd name="connsiteY2" fmla="*/ 0 h 533400"/>
                  <a:gd name="connsiteX3" fmla="*/ 123825 w 533400"/>
                  <a:gd name="connsiteY3" fmla="*/ 142875 h 533400"/>
                  <a:gd name="connsiteX4" fmla="*/ 266700 w 533400"/>
                  <a:gd name="connsiteY4" fmla="*/ 285750 h 533400"/>
                  <a:gd name="connsiteX5" fmla="*/ 266700 w 533400"/>
                  <a:gd name="connsiteY5" fmla="*/ 19050 h 533400"/>
                  <a:gd name="connsiteX6" fmla="*/ 390525 w 533400"/>
                  <a:gd name="connsiteY6" fmla="*/ 142875 h 533400"/>
                  <a:gd name="connsiteX7" fmla="*/ 266700 w 533400"/>
                  <a:gd name="connsiteY7" fmla="*/ 266700 h 533400"/>
                  <a:gd name="connsiteX8" fmla="*/ 142875 w 533400"/>
                  <a:gd name="connsiteY8" fmla="*/ 142875 h 533400"/>
                  <a:gd name="connsiteX9" fmla="*/ 266700 w 533400"/>
                  <a:gd name="connsiteY9" fmla="*/ 19050 h 533400"/>
                  <a:gd name="connsiteX10" fmla="*/ 419100 w 533400"/>
                  <a:gd name="connsiteY10" fmla="*/ 333375 h 533400"/>
                  <a:gd name="connsiteX11" fmla="*/ 114300 w 533400"/>
                  <a:gd name="connsiteY11" fmla="*/ 333375 h 533400"/>
                  <a:gd name="connsiteX12" fmla="*/ 0 w 533400"/>
                  <a:gd name="connsiteY12" fmla="*/ 447675 h 533400"/>
                  <a:gd name="connsiteX13" fmla="*/ 0 w 533400"/>
                  <a:gd name="connsiteY13" fmla="*/ 533400 h 533400"/>
                  <a:gd name="connsiteX14" fmla="*/ 19050 w 533400"/>
                  <a:gd name="connsiteY14" fmla="*/ 533400 h 533400"/>
                  <a:gd name="connsiteX15" fmla="*/ 19050 w 533400"/>
                  <a:gd name="connsiteY15" fmla="*/ 447675 h 533400"/>
                  <a:gd name="connsiteX16" fmla="*/ 114300 w 533400"/>
                  <a:gd name="connsiteY16" fmla="*/ 352425 h 533400"/>
                  <a:gd name="connsiteX17" fmla="*/ 419100 w 533400"/>
                  <a:gd name="connsiteY17" fmla="*/ 352425 h 533400"/>
                  <a:gd name="connsiteX18" fmla="*/ 514350 w 533400"/>
                  <a:gd name="connsiteY18" fmla="*/ 447675 h 533400"/>
                  <a:gd name="connsiteX19" fmla="*/ 514350 w 533400"/>
                  <a:gd name="connsiteY19" fmla="*/ 533400 h 533400"/>
                  <a:gd name="connsiteX20" fmla="*/ 533400 w 533400"/>
                  <a:gd name="connsiteY20" fmla="*/ 533400 h 533400"/>
                  <a:gd name="connsiteX21" fmla="*/ 533400 w 533400"/>
                  <a:gd name="connsiteY21" fmla="*/ 447675 h 533400"/>
                  <a:gd name="connsiteX22" fmla="*/ 419100 w 533400"/>
                  <a:gd name="connsiteY22" fmla="*/ 333375 h 533400"/>
                  <a:gd name="connsiteX23" fmla="*/ 342900 w 533400"/>
                  <a:gd name="connsiteY23" fmla="*/ 466725 h 533400"/>
                  <a:gd name="connsiteX24" fmla="*/ 457200 w 533400"/>
                  <a:gd name="connsiteY24" fmla="*/ 466725 h 533400"/>
                  <a:gd name="connsiteX25" fmla="*/ 457200 w 533400"/>
                  <a:gd name="connsiteY25" fmla="*/ 447675 h 533400"/>
                  <a:gd name="connsiteX26" fmla="*/ 342900 w 533400"/>
                  <a:gd name="connsiteY26" fmla="*/ 447675 h 533400"/>
                  <a:gd name="connsiteX27" fmla="*/ 342900 w 533400"/>
                  <a:gd name="connsiteY27" fmla="*/ 466725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33400" h="533400">
                    <a:moveTo>
                      <a:pt x="266700" y="285750"/>
                    </a:moveTo>
                    <a:cubicBezTo>
                      <a:pt x="345758" y="285750"/>
                      <a:pt x="409575" y="221933"/>
                      <a:pt x="409575" y="142875"/>
                    </a:cubicBezTo>
                    <a:cubicBezTo>
                      <a:pt x="409575" y="63818"/>
                      <a:pt x="345758" y="0"/>
                      <a:pt x="266700" y="0"/>
                    </a:cubicBezTo>
                    <a:cubicBezTo>
                      <a:pt x="187643" y="0"/>
                      <a:pt x="123825" y="63818"/>
                      <a:pt x="123825" y="142875"/>
                    </a:cubicBezTo>
                    <a:cubicBezTo>
                      <a:pt x="123825" y="221933"/>
                      <a:pt x="187643" y="285750"/>
                      <a:pt x="266700" y="285750"/>
                    </a:cubicBezTo>
                    <a:close/>
                    <a:moveTo>
                      <a:pt x="266700" y="19050"/>
                    </a:moveTo>
                    <a:cubicBezTo>
                      <a:pt x="335280" y="19050"/>
                      <a:pt x="390525" y="74295"/>
                      <a:pt x="390525" y="142875"/>
                    </a:cubicBezTo>
                    <a:cubicBezTo>
                      <a:pt x="390525" y="211455"/>
                      <a:pt x="335280" y="266700"/>
                      <a:pt x="266700" y="266700"/>
                    </a:cubicBezTo>
                    <a:cubicBezTo>
                      <a:pt x="198120" y="266700"/>
                      <a:pt x="142875" y="211455"/>
                      <a:pt x="142875" y="142875"/>
                    </a:cubicBezTo>
                    <a:cubicBezTo>
                      <a:pt x="142875" y="74295"/>
                      <a:pt x="198120" y="19050"/>
                      <a:pt x="266700" y="19050"/>
                    </a:cubicBezTo>
                    <a:close/>
                    <a:moveTo>
                      <a:pt x="419100" y="333375"/>
                    </a:moveTo>
                    <a:lnTo>
                      <a:pt x="114300" y="333375"/>
                    </a:lnTo>
                    <a:cubicBezTo>
                      <a:pt x="51435" y="333375"/>
                      <a:pt x="0" y="384810"/>
                      <a:pt x="0" y="447675"/>
                    </a:cubicBezTo>
                    <a:lnTo>
                      <a:pt x="0" y="533400"/>
                    </a:lnTo>
                    <a:lnTo>
                      <a:pt x="19050" y="533400"/>
                    </a:lnTo>
                    <a:lnTo>
                      <a:pt x="19050" y="447675"/>
                    </a:lnTo>
                    <a:cubicBezTo>
                      <a:pt x="19050" y="395288"/>
                      <a:pt x="61913" y="352425"/>
                      <a:pt x="114300" y="352425"/>
                    </a:cubicBezTo>
                    <a:lnTo>
                      <a:pt x="419100" y="352425"/>
                    </a:lnTo>
                    <a:cubicBezTo>
                      <a:pt x="471488" y="352425"/>
                      <a:pt x="514350" y="395288"/>
                      <a:pt x="514350" y="447675"/>
                    </a:cubicBezTo>
                    <a:lnTo>
                      <a:pt x="514350" y="533400"/>
                    </a:lnTo>
                    <a:lnTo>
                      <a:pt x="533400" y="533400"/>
                    </a:lnTo>
                    <a:lnTo>
                      <a:pt x="533400" y="447675"/>
                    </a:lnTo>
                    <a:cubicBezTo>
                      <a:pt x="533400" y="384810"/>
                      <a:pt x="481965" y="333375"/>
                      <a:pt x="419100" y="333375"/>
                    </a:cubicBezTo>
                    <a:close/>
                    <a:moveTo>
                      <a:pt x="342900" y="466725"/>
                    </a:moveTo>
                    <a:lnTo>
                      <a:pt x="457200" y="466725"/>
                    </a:lnTo>
                    <a:lnTo>
                      <a:pt x="457200" y="447675"/>
                    </a:lnTo>
                    <a:lnTo>
                      <a:pt x="342900" y="447675"/>
                    </a:lnTo>
                    <a:lnTo>
                      <a:pt x="342900" y="466725"/>
                    </a:lnTo>
                    <a:close/>
                  </a:path>
                </a:pathLst>
              </a:custGeom>
              <a:solidFill>
                <a:schemeClr val="bg1"/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" name="íŝḷiḋè">
              <a:extLst>
                <a:ext uri="{FF2B5EF4-FFF2-40B4-BE49-F238E27FC236}">
                  <a16:creationId xmlns:a16="http://schemas.microsoft.com/office/drawing/2014/main" id="{DAF67F4B-2BCB-4302-908E-B75CD26C577F}"/>
                </a:ext>
              </a:extLst>
            </p:cNvPr>
            <p:cNvGrpSpPr/>
            <p:nvPr/>
          </p:nvGrpSpPr>
          <p:grpSpPr>
            <a:xfrm>
              <a:off x="1895348" y="2426127"/>
              <a:ext cx="1473200" cy="2275582"/>
              <a:chOff x="1016000" y="2426127"/>
              <a:chExt cx="1473200" cy="2275582"/>
            </a:xfrm>
          </p:grpSpPr>
          <p:sp>
            <p:nvSpPr>
              <p:cNvPr id="14" name="išḻïḍe">
                <a:extLst>
                  <a:ext uri="{FF2B5EF4-FFF2-40B4-BE49-F238E27FC236}">
                    <a16:creationId xmlns:a16="http://schemas.microsoft.com/office/drawing/2014/main" id="{EFEDF857-B39A-4797-AB01-BF9F26DFB879}"/>
                  </a:ext>
                </a:extLst>
              </p:cNvPr>
              <p:cNvSpPr/>
              <p:nvPr/>
            </p:nvSpPr>
            <p:spPr>
              <a:xfrm>
                <a:off x="1519334" y="2426127"/>
                <a:ext cx="466532" cy="466532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400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O1</a:t>
                </a:r>
                <a:endParaRPr lang="zh-CN" altLang="en-US" sz="14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15" name="îṡľiḓè">
                <a:extLst>
                  <a:ext uri="{FF2B5EF4-FFF2-40B4-BE49-F238E27FC236}">
                    <a16:creationId xmlns:a16="http://schemas.microsoft.com/office/drawing/2014/main" id="{A8C8B298-19A2-4D9C-968F-0D3CF4E2A7D6}"/>
                  </a:ext>
                </a:extLst>
              </p:cNvPr>
              <p:cNvSpPr/>
              <p:nvPr/>
            </p:nvSpPr>
            <p:spPr>
              <a:xfrm>
                <a:off x="1016000" y="3228509"/>
                <a:ext cx="1473200" cy="1473200"/>
              </a:xfrm>
              <a:prstGeom prst="ellipse">
                <a:avLst/>
              </a:prstGeom>
              <a:solidFill>
                <a:schemeClr val="accent1"/>
              </a:solidFill>
              <a:ln w="19050" cap="rnd">
                <a:solidFill>
                  <a:schemeClr val="accent1"/>
                </a:solidFill>
                <a:prstDash val="solid"/>
                <a:round/>
                <a:headEnd type="triangl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iṥḻíḑé">
                <a:extLst>
                  <a:ext uri="{FF2B5EF4-FFF2-40B4-BE49-F238E27FC236}">
                    <a16:creationId xmlns:a16="http://schemas.microsoft.com/office/drawing/2014/main" id="{EF8F55C2-42EA-4EB1-8518-6C96E5FF991A}"/>
                  </a:ext>
                </a:extLst>
              </p:cNvPr>
              <p:cNvSpPr/>
              <p:nvPr/>
            </p:nvSpPr>
            <p:spPr bwMode="auto">
              <a:xfrm>
                <a:off x="1610314" y="3769696"/>
                <a:ext cx="284572" cy="390826"/>
              </a:xfrm>
              <a:custGeom>
                <a:avLst/>
                <a:gdLst>
                  <a:gd name="connsiteX0" fmla="*/ 267948 w 400050"/>
                  <a:gd name="connsiteY0" fmla="*/ 621 h 533400"/>
                  <a:gd name="connsiteX1" fmla="*/ 296523 w 400050"/>
                  <a:gd name="connsiteY1" fmla="*/ 27291 h 533400"/>
                  <a:gd name="connsiteX2" fmla="*/ 296523 w 400050"/>
                  <a:gd name="connsiteY2" fmla="*/ 29196 h 533400"/>
                  <a:gd name="connsiteX3" fmla="*/ 296523 w 400050"/>
                  <a:gd name="connsiteY3" fmla="*/ 38721 h 533400"/>
                  <a:gd name="connsiteX4" fmla="*/ 363198 w 400050"/>
                  <a:gd name="connsiteY4" fmla="*/ 38721 h 533400"/>
                  <a:gd name="connsiteX5" fmla="*/ 401298 w 400050"/>
                  <a:gd name="connsiteY5" fmla="*/ 74916 h 533400"/>
                  <a:gd name="connsiteX6" fmla="*/ 401298 w 400050"/>
                  <a:gd name="connsiteY6" fmla="*/ 76821 h 533400"/>
                  <a:gd name="connsiteX7" fmla="*/ 401298 w 400050"/>
                  <a:gd name="connsiteY7" fmla="*/ 495921 h 533400"/>
                  <a:gd name="connsiteX8" fmla="*/ 365103 w 400050"/>
                  <a:gd name="connsiteY8" fmla="*/ 534021 h 533400"/>
                  <a:gd name="connsiteX9" fmla="*/ 363198 w 400050"/>
                  <a:gd name="connsiteY9" fmla="*/ 534021 h 533400"/>
                  <a:gd name="connsiteX10" fmla="*/ 39348 w 400050"/>
                  <a:gd name="connsiteY10" fmla="*/ 534021 h 533400"/>
                  <a:gd name="connsiteX11" fmla="*/ 1248 w 400050"/>
                  <a:gd name="connsiteY11" fmla="*/ 497826 h 533400"/>
                  <a:gd name="connsiteX12" fmla="*/ 1248 w 400050"/>
                  <a:gd name="connsiteY12" fmla="*/ 495921 h 533400"/>
                  <a:gd name="connsiteX13" fmla="*/ 1248 w 400050"/>
                  <a:gd name="connsiteY13" fmla="*/ 76821 h 533400"/>
                  <a:gd name="connsiteX14" fmla="*/ 37443 w 400050"/>
                  <a:gd name="connsiteY14" fmla="*/ 38721 h 533400"/>
                  <a:gd name="connsiteX15" fmla="*/ 39348 w 400050"/>
                  <a:gd name="connsiteY15" fmla="*/ 38721 h 533400"/>
                  <a:gd name="connsiteX16" fmla="*/ 106023 w 400050"/>
                  <a:gd name="connsiteY16" fmla="*/ 38721 h 533400"/>
                  <a:gd name="connsiteX17" fmla="*/ 106023 w 400050"/>
                  <a:gd name="connsiteY17" fmla="*/ 29196 h 533400"/>
                  <a:gd name="connsiteX18" fmla="*/ 132693 w 400050"/>
                  <a:gd name="connsiteY18" fmla="*/ 621 h 533400"/>
                  <a:gd name="connsiteX19" fmla="*/ 134598 w 400050"/>
                  <a:gd name="connsiteY19" fmla="*/ 621 h 533400"/>
                  <a:gd name="connsiteX20" fmla="*/ 267948 w 400050"/>
                  <a:gd name="connsiteY20" fmla="*/ 621 h 533400"/>
                  <a:gd name="connsiteX21" fmla="*/ 106023 w 400050"/>
                  <a:gd name="connsiteY21" fmla="*/ 57771 h 533400"/>
                  <a:gd name="connsiteX22" fmla="*/ 39348 w 400050"/>
                  <a:gd name="connsiteY22" fmla="*/ 57771 h 533400"/>
                  <a:gd name="connsiteX23" fmla="*/ 20298 w 400050"/>
                  <a:gd name="connsiteY23" fmla="*/ 75869 h 533400"/>
                  <a:gd name="connsiteX24" fmla="*/ 20298 w 400050"/>
                  <a:gd name="connsiteY24" fmla="*/ 76821 h 533400"/>
                  <a:gd name="connsiteX25" fmla="*/ 20298 w 400050"/>
                  <a:gd name="connsiteY25" fmla="*/ 495921 h 533400"/>
                  <a:gd name="connsiteX26" fmla="*/ 38395 w 400050"/>
                  <a:gd name="connsiteY26" fmla="*/ 514971 h 533400"/>
                  <a:gd name="connsiteX27" fmla="*/ 39348 w 400050"/>
                  <a:gd name="connsiteY27" fmla="*/ 514971 h 533400"/>
                  <a:gd name="connsiteX28" fmla="*/ 363198 w 400050"/>
                  <a:gd name="connsiteY28" fmla="*/ 514971 h 533400"/>
                  <a:gd name="connsiteX29" fmla="*/ 382248 w 400050"/>
                  <a:gd name="connsiteY29" fmla="*/ 496873 h 533400"/>
                  <a:gd name="connsiteX30" fmla="*/ 382248 w 400050"/>
                  <a:gd name="connsiteY30" fmla="*/ 495921 h 533400"/>
                  <a:gd name="connsiteX31" fmla="*/ 382248 w 400050"/>
                  <a:gd name="connsiteY31" fmla="*/ 76821 h 533400"/>
                  <a:gd name="connsiteX32" fmla="*/ 364151 w 400050"/>
                  <a:gd name="connsiteY32" fmla="*/ 57771 h 533400"/>
                  <a:gd name="connsiteX33" fmla="*/ 363198 w 400050"/>
                  <a:gd name="connsiteY33" fmla="*/ 57771 h 533400"/>
                  <a:gd name="connsiteX34" fmla="*/ 296523 w 400050"/>
                  <a:gd name="connsiteY34" fmla="*/ 57771 h 533400"/>
                  <a:gd name="connsiteX35" fmla="*/ 296523 w 400050"/>
                  <a:gd name="connsiteY35" fmla="*/ 67296 h 533400"/>
                  <a:gd name="connsiteX36" fmla="*/ 269853 w 400050"/>
                  <a:gd name="connsiteY36" fmla="*/ 95871 h 533400"/>
                  <a:gd name="connsiteX37" fmla="*/ 267948 w 400050"/>
                  <a:gd name="connsiteY37" fmla="*/ 95871 h 533400"/>
                  <a:gd name="connsiteX38" fmla="*/ 134598 w 400050"/>
                  <a:gd name="connsiteY38" fmla="*/ 95871 h 533400"/>
                  <a:gd name="connsiteX39" fmla="*/ 106023 w 400050"/>
                  <a:gd name="connsiteY39" fmla="*/ 69201 h 533400"/>
                  <a:gd name="connsiteX40" fmla="*/ 106023 w 400050"/>
                  <a:gd name="connsiteY40" fmla="*/ 67296 h 533400"/>
                  <a:gd name="connsiteX41" fmla="*/ 106023 w 400050"/>
                  <a:gd name="connsiteY41" fmla="*/ 57771 h 533400"/>
                  <a:gd name="connsiteX42" fmla="*/ 201273 w 400050"/>
                  <a:gd name="connsiteY42" fmla="*/ 343521 h 533400"/>
                  <a:gd name="connsiteX43" fmla="*/ 201273 w 400050"/>
                  <a:gd name="connsiteY43" fmla="*/ 362571 h 533400"/>
                  <a:gd name="connsiteX44" fmla="*/ 86973 w 400050"/>
                  <a:gd name="connsiteY44" fmla="*/ 362571 h 533400"/>
                  <a:gd name="connsiteX45" fmla="*/ 86973 w 400050"/>
                  <a:gd name="connsiteY45" fmla="*/ 343521 h 533400"/>
                  <a:gd name="connsiteX46" fmla="*/ 201273 w 400050"/>
                  <a:gd name="connsiteY46" fmla="*/ 343521 h 533400"/>
                  <a:gd name="connsiteX47" fmla="*/ 315573 w 400050"/>
                  <a:gd name="connsiteY47" fmla="*/ 267321 h 533400"/>
                  <a:gd name="connsiteX48" fmla="*/ 315573 w 400050"/>
                  <a:gd name="connsiteY48" fmla="*/ 286371 h 533400"/>
                  <a:gd name="connsiteX49" fmla="*/ 86973 w 400050"/>
                  <a:gd name="connsiteY49" fmla="*/ 286371 h 533400"/>
                  <a:gd name="connsiteX50" fmla="*/ 86973 w 400050"/>
                  <a:gd name="connsiteY50" fmla="*/ 267321 h 533400"/>
                  <a:gd name="connsiteX51" fmla="*/ 315573 w 400050"/>
                  <a:gd name="connsiteY51" fmla="*/ 267321 h 533400"/>
                  <a:gd name="connsiteX52" fmla="*/ 315573 w 400050"/>
                  <a:gd name="connsiteY52" fmla="*/ 191121 h 533400"/>
                  <a:gd name="connsiteX53" fmla="*/ 315573 w 400050"/>
                  <a:gd name="connsiteY53" fmla="*/ 210171 h 533400"/>
                  <a:gd name="connsiteX54" fmla="*/ 86973 w 400050"/>
                  <a:gd name="connsiteY54" fmla="*/ 210171 h 533400"/>
                  <a:gd name="connsiteX55" fmla="*/ 86973 w 400050"/>
                  <a:gd name="connsiteY55" fmla="*/ 191121 h 533400"/>
                  <a:gd name="connsiteX56" fmla="*/ 315573 w 400050"/>
                  <a:gd name="connsiteY56" fmla="*/ 191121 h 533400"/>
                  <a:gd name="connsiteX57" fmla="*/ 267948 w 400050"/>
                  <a:gd name="connsiteY57" fmla="*/ 19671 h 533400"/>
                  <a:gd name="connsiteX58" fmla="*/ 134598 w 400050"/>
                  <a:gd name="connsiteY58" fmla="*/ 19671 h 533400"/>
                  <a:gd name="connsiteX59" fmla="*/ 125073 w 400050"/>
                  <a:gd name="connsiteY59" fmla="*/ 28244 h 533400"/>
                  <a:gd name="connsiteX60" fmla="*/ 125073 w 400050"/>
                  <a:gd name="connsiteY60" fmla="*/ 29196 h 533400"/>
                  <a:gd name="connsiteX61" fmla="*/ 125073 w 400050"/>
                  <a:gd name="connsiteY61" fmla="*/ 67296 h 533400"/>
                  <a:gd name="connsiteX62" fmla="*/ 133645 w 400050"/>
                  <a:gd name="connsiteY62" fmla="*/ 76821 h 533400"/>
                  <a:gd name="connsiteX63" fmla="*/ 134598 w 400050"/>
                  <a:gd name="connsiteY63" fmla="*/ 76821 h 533400"/>
                  <a:gd name="connsiteX64" fmla="*/ 267948 w 400050"/>
                  <a:gd name="connsiteY64" fmla="*/ 76821 h 533400"/>
                  <a:gd name="connsiteX65" fmla="*/ 277473 w 400050"/>
                  <a:gd name="connsiteY65" fmla="*/ 68248 h 533400"/>
                  <a:gd name="connsiteX66" fmla="*/ 277473 w 400050"/>
                  <a:gd name="connsiteY66" fmla="*/ 67296 h 533400"/>
                  <a:gd name="connsiteX67" fmla="*/ 277473 w 400050"/>
                  <a:gd name="connsiteY67" fmla="*/ 29196 h 533400"/>
                  <a:gd name="connsiteX68" fmla="*/ 267948 w 400050"/>
                  <a:gd name="connsiteY68" fmla="*/ 19671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400050" h="533400">
                    <a:moveTo>
                      <a:pt x="267948" y="621"/>
                    </a:moveTo>
                    <a:cubicBezTo>
                      <a:pt x="283188" y="621"/>
                      <a:pt x="295570" y="12051"/>
                      <a:pt x="296523" y="27291"/>
                    </a:cubicBezTo>
                    <a:lnTo>
                      <a:pt x="296523" y="29196"/>
                    </a:lnTo>
                    <a:lnTo>
                      <a:pt x="296523" y="38721"/>
                    </a:lnTo>
                    <a:lnTo>
                      <a:pt x="363198" y="38721"/>
                    </a:lnTo>
                    <a:cubicBezTo>
                      <a:pt x="383201" y="38721"/>
                      <a:pt x="400345" y="54914"/>
                      <a:pt x="401298" y="74916"/>
                    </a:cubicBezTo>
                    <a:lnTo>
                      <a:pt x="401298" y="76821"/>
                    </a:lnTo>
                    <a:lnTo>
                      <a:pt x="401298" y="495921"/>
                    </a:lnTo>
                    <a:cubicBezTo>
                      <a:pt x="401298" y="515923"/>
                      <a:pt x="385105" y="533069"/>
                      <a:pt x="365103" y="534021"/>
                    </a:cubicBezTo>
                    <a:lnTo>
                      <a:pt x="363198" y="534021"/>
                    </a:lnTo>
                    <a:lnTo>
                      <a:pt x="39348" y="534021"/>
                    </a:lnTo>
                    <a:cubicBezTo>
                      <a:pt x="19345" y="534021"/>
                      <a:pt x="2201" y="517828"/>
                      <a:pt x="1248" y="497826"/>
                    </a:cubicBezTo>
                    <a:lnTo>
                      <a:pt x="1248" y="495921"/>
                    </a:lnTo>
                    <a:lnTo>
                      <a:pt x="1248" y="76821"/>
                    </a:lnTo>
                    <a:cubicBezTo>
                      <a:pt x="1248" y="56819"/>
                      <a:pt x="17441" y="39673"/>
                      <a:pt x="37443" y="38721"/>
                    </a:cubicBezTo>
                    <a:lnTo>
                      <a:pt x="39348" y="38721"/>
                    </a:lnTo>
                    <a:lnTo>
                      <a:pt x="106023" y="38721"/>
                    </a:lnTo>
                    <a:lnTo>
                      <a:pt x="106023" y="29196"/>
                    </a:lnTo>
                    <a:cubicBezTo>
                      <a:pt x="106023" y="13956"/>
                      <a:pt x="117453" y="1573"/>
                      <a:pt x="132693" y="621"/>
                    </a:cubicBezTo>
                    <a:lnTo>
                      <a:pt x="134598" y="621"/>
                    </a:lnTo>
                    <a:lnTo>
                      <a:pt x="267948" y="621"/>
                    </a:lnTo>
                    <a:close/>
                    <a:moveTo>
                      <a:pt x="106023" y="57771"/>
                    </a:moveTo>
                    <a:lnTo>
                      <a:pt x="39348" y="57771"/>
                    </a:lnTo>
                    <a:cubicBezTo>
                      <a:pt x="28870" y="57771"/>
                      <a:pt x="21251" y="65391"/>
                      <a:pt x="20298" y="75869"/>
                    </a:cubicBezTo>
                    <a:lnTo>
                      <a:pt x="20298" y="76821"/>
                    </a:lnTo>
                    <a:lnTo>
                      <a:pt x="20298" y="495921"/>
                    </a:lnTo>
                    <a:cubicBezTo>
                      <a:pt x="20298" y="506398"/>
                      <a:pt x="27918" y="514019"/>
                      <a:pt x="38395" y="514971"/>
                    </a:cubicBezTo>
                    <a:lnTo>
                      <a:pt x="39348" y="514971"/>
                    </a:lnTo>
                    <a:lnTo>
                      <a:pt x="363198" y="514971"/>
                    </a:lnTo>
                    <a:cubicBezTo>
                      <a:pt x="373676" y="514971"/>
                      <a:pt x="381295" y="507351"/>
                      <a:pt x="382248" y="496873"/>
                    </a:cubicBezTo>
                    <a:lnTo>
                      <a:pt x="382248" y="495921"/>
                    </a:lnTo>
                    <a:lnTo>
                      <a:pt x="382248" y="76821"/>
                    </a:lnTo>
                    <a:cubicBezTo>
                      <a:pt x="382248" y="66344"/>
                      <a:pt x="374628" y="58723"/>
                      <a:pt x="364151" y="57771"/>
                    </a:cubicBezTo>
                    <a:lnTo>
                      <a:pt x="363198" y="57771"/>
                    </a:lnTo>
                    <a:lnTo>
                      <a:pt x="296523" y="57771"/>
                    </a:lnTo>
                    <a:lnTo>
                      <a:pt x="296523" y="67296"/>
                    </a:lnTo>
                    <a:cubicBezTo>
                      <a:pt x="296523" y="82536"/>
                      <a:pt x="285093" y="94919"/>
                      <a:pt x="269853" y="95871"/>
                    </a:cubicBezTo>
                    <a:lnTo>
                      <a:pt x="267948" y="95871"/>
                    </a:lnTo>
                    <a:lnTo>
                      <a:pt x="134598" y="95871"/>
                    </a:lnTo>
                    <a:cubicBezTo>
                      <a:pt x="119358" y="95871"/>
                      <a:pt x="106976" y="84441"/>
                      <a:pt x="106023" y="69201"/>
                    </a:cubicBezTo>
                    <a:lnTo>
                      <a:pt x="106023" y="67296"/>
                    </a:lnTo>
                    <a:lnTo>
                      <a:pt x="106023" y="57771"/>
                    </a:lnTo>
                    <a:close/>
                    <a:moveTo>
                      <a:pt x="201273" y="343521"/>
                    </a:moveTo>
                    <a:lnTo>
                      <a:pt x="201273" y="362571"/>
                    </a:lnTo>
                    <a:lnTo>
                      <a:pt x="86973" y="362571"/>
                    </a:lnTo>
                    <a:lnTo>
                      <a:pt x="86973" y="343521"/>
                    </a:lnTo>
                    <a:lnTo>
                      <a:pt x="201273" y="343521"/>
                    </a:lnTo>
                    <a:close/>
                    <a:moveTo>
                      <a:pt x="315573" y="267321"/>
                    </a:moveTo>
                    <a:lnTo>
                      <a:pt x="315573" y="286371"/>
                    </a:lnTo>
                    <a:lnTo>
                      <a:pt x="86973" y="286371"/>
                    </a:lnTo>
                    <a:lnTo>
                      <a:pt x="86973" y="267321"/>
                    </a:lnTo>
                    <a:lnTo>
                      <a:pt x="315573" y="267321"/>
                    </a:lnTo>
                    <a:close/>
                    <a:moveTo>
                      <a:pt x="315573" y="191121"/>
                    </a:moveTo>
                    <a:lnTo>
                      <a:pt x="315573" y="210171"/>
                    </a:lnTo>
                    <a:lnTo>
                      <a:pt x="86973" y="210171"/>
                    </a:lnTo>
                    <a:lnTo>
                      <a:pt x="86973" y="191121"/>
                    </a:lnTo>
                    <a:lnTo>
                      <a:pt x="315573" y="191121"/>
                    </a:lnTo>
                    <a:close/>
                    <a:moveTo>
                      <a:pt x="267948" y="19671"/>
                    </a:moveTo>
                    <a:lnTo>
                      <a:pt x="134598" y="19671"/>
                    </a:lnTo>
                    <a:cubicBezTo>
                      <a:pt x="129836" y="19671"/>
                      <a:pt x="126026" y="23481"/>
                      <a:pt x="125073" y="28244"/>
                    </a:cubicBezTo>
                    <a:lnTo>
                      <a:pt x="125073" y="29196"/>
                    </a:lnTo>
                    <a:lnTo>
                      <a:pt x="125073" y="67296"/>
                    </a:lnTo>
                    <a:cubicBezTo>
                      <a:pt x="125073" y="72059"/>
                      <a:pt x="128883" y="75869"/>
                      <a:pt x="133645" y="76821"/>
                    </a:cubicBezTo>
                    <a:lnTo>
                      <a:pt x="134598" y="76821"/>
                    </a:lnTo>
                    <a:lnTo>
                      <a:pt x="267948" y="76821"/>
                    </a:lnTo>
                    <a:cubicBezTo>
                      <a:pt x="272711" y="76821"/>
                      <a:pt x="276520" y="73011"/>
                      <a:pt x="277473" y="68248"/>
                    </a:cubicBezTo>
                    <a:lnTo>
                      <a:pt x="277473" y="67296"/>
                    </a:lnTo>
                    <a:lnTo>
                      <a:pt x="277473" y="29196"/>
                    </a:lnTo>
                    <a:cubicBezTo>
                      <a:pt x="277473" y="23481"/>
                      <a:pt x="273663" y="19671"/>
                      <a:pt x="267948" y="19671"/>
                    </a:cubicBezTo>
                    <a:close/>
                  </a:path>
                </a:pathLst>
              </a:custGeom>
              <a:solidFill>
                <a:schemeClr val="bg1"/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" name="ísḷiďê">
              <a:extLst>
                <a:ext uri="{FF2B5EF4-FFF2-40B4-BE49-F238E27FC236}">
                  <a16:creationId xmlns:a16="http://schemas.microsoft.com/office/drawing/2014/main" id="{B456DBA7-2087-439A-A246-E2E2C5B94447}"/>
                </a:ext>
              </a:extLst>
            </p:cNvPr>
            <p:cNvGrpSpPr/>
            <p:nvPr/>
          </p:nvGrpSpPr>
          <p:grpSpPr>
            <a:xfrm>
              <a:off x="8823452" y="2426127"/>
              <a:ext cx="1473200" cy="2275815"/>
              <a:chOff x="5359400" y="2426127"/>
              <a:chExt cx="1473200" cy="2275815"/>
            </a:xfrm>
          </p:grpSpPr>
          <p:sp>
            <p:nvSpPr>
              <p:cNvPr id="9" name="iṧļîḋe">
                <a:extLst>
                  <a:ext uri="{FF2B5EF4-FFF2-40B4-BE49-F238E27FC236}">
                    <a16:creationId xmlns:a16="http://schemas.microsoft.com/office/drawing/2014/main" id="{B9037424-A7ED-447E-8B86-8A3CFAC97587}"/>
                  </a:ext>
                </a:extLst>
              </p:cNvPr>
              <p:cNvSpPr/>
              <p:nvPr/>
            </p:nvSpPr>
            <p:spPr>
              <a:xfrm>
                <a:off x="5862734" y="2426127"/>
                <a:ext cx="466532" cy="466532"/>
              </a:xfrm>
              <a:prstGeom prst="ellipse">
                <a:avLst/>
              </a:prstGeom>
              <a:solidFill>
                <a:schemeClr val="accent1"/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400" b="1" dirty="0">
                    <a:solidFill>
                      <a:schemeClr val="bg1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O3</a:t>
                </a:r>
                <a:endParaRPr lang="zh-CN" altLang="en-US" sz="14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sp>
            <p:nvSpPr>
              <p:cNvPr id="10" name="î$ľídê">
                <a:extLst>
                  <a:ext uri="{FF2B5EF4-FFF2-40B4-BE49-F238E27FC236}">
                    <a16:creationId xmlns:a16="http://schemas.microsoft.com/office/drawing/2014/main" id="{D9257C6C-DBAD-4AB8-B823-49EAA62347F8}"/>
                  </a:ext>
                </a:extLst>
              </p:cNvPr>
              <p:cNvSpPr/>
              <p:nvPr/>
            </p:nvSpPr>
            <p:spPr>
              <a:xfrm>
                <a:off x="5359400" y="3228742"/>
                <a:ext cx="1473200" cy="1473200"/>
              </a:xfrm>
              <a:prstGeom prst="ellipse">
                <a:avLst/>
              </a:prstGeom>
              <a:solidFill>
                <a:schemeClr val="accent1"/>
              </a:solidFill>
              <a:ln w="19050" cap="rnd">
                <a:solidFill>
                  <a:schemeClr val="accent3"/>
                </a:solidFill>
                <a:prstDash val="solid"/>
                <a:round/>
                <a:headEnd type="triangl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i$ḷîḓé">
                <a:extLst>
                  <a:ext uri="{FF2B5EF4-FFF2-40B4-BE49-F238E27FC236}">
                    <a16:creationId xmlns:a16="http://schemas.microsoft.com/office/drawing/2014/main" id="{1D8D1A26-B957-4650-B8F3-352867CFBFC4}"/>
                  </a:ext>
                </a:extLst>
              </p:cNvPr>
              <p:cNvSpPr/>
              <p:nvPr/>
            </p:nvSpPr>
            <p:spPr bwMode="auto">
              <a:xfrm>
                <a:off x="5940163" y="3769929"/>
                <a:ext cx="311674" cy="390826"/>
              </a:xfrm>
              <a:custGeom>
                <a:avLst/>
                <a:gdLst>
                  <a:gd name="connsiteX0" fmla="*/ 284197 w 438150"/>
                  <a:gd name="connsiteY0" fmla="*/ 621 h 533400"/>
                  <a:gd name="connsiteX1" fmla="*/ 310867 w 438150"/>
                  <a:gd name="connsiteY1" fmla="*/ 12051 h 533400"/>
                  <a:gd name="connsiteX2" fmla="*/ 310867 w 438150"/>
                  <a:gd name="connsiteY2" fmla="*/ 12051 h 533400"/>
                  <a:gd name="connsiteX3" fmla="*/ 427072 w 438150"/>
                  <a:gd name="connsiteY3" fmla="*/ 128256 h 533400"/>
                  <a:gd name="connsiteX4" fmla="*/ 438502 w 438150"/>
                  <a:gd name="connsiteY4" fmla="*/ 154926 h 533400"/>
                  <a:gd name="connsiteX5" fmla="*/ 438502 w 438150"/>
                  <a:gd name="connsiteY5" fmla="*/ 154926 h 533400"/>
                  <a:gd name="connsiteX6" fmla="*/ 438502 w 438150"/>
                  <a:gd name="connsiteY6" fmla="*/ 495921 h 533400"/>
                  <a:gd name="connsiteX7" fmla="*/ 400402 w 438150"/>
                  <a:gd name="connsiteY7" fmla="*/ 534021 h 533400"/>
                  <a:gd name="connsiteX8" fmla="*/ 400402 w 438150"/>
                  <a:gd name="connsiteY8" fmla="*/ 534021 h 533400"/>
                  <a:gd name="connsiteX9" fmla="*/ 38452 w 438150"/>
                  <a:gd name="connsiteY9" fmla="*/ 534021 h 533400"/>
                  <a:gd name="connsiteX10" fmla="*/ 352 w 438150"/>
                  <a:gd name="connsiteY10" fmla="*/ 495921 h 533400"/>
                  <a:gd name="connsiteX11" fmla="*/ 352 w 438150"/>
                  <a:gd name="connsiteY11" fmla="*/ 495921 h 533400"/>
                  <a:gd name="connsiteX12" fmla="*/ 352 w 438150"/>
                  <a:gd name="connsiteY12" fmla="*/ 38721 h 533400"/>
                  <a:gd name="connsiteX13" fmla="*/ 38452 w 438150"/>
                  <a:gd name="connsiteY13" fmla="*/ 621 h 533400"/>
                  <a:gd name="connsiteX14" fmla="*/ 38452 w 438150"/>
                  <a:gd name="connsiteY14" fmla="*/ 621 h 533400"/>
                  <a:gd name="connsiteX15" fmla="*/ 284197 w 438150"/>
                  <a:gd name="connsiteY15" fmla="*/ 621 h 533400"/>
                  <a:gd name="connsiteX16" fmla="*/ 284197 w 438150"/>
                  <a:gd name="connsiteY16" fmla="*/ 19671 h 533400"/>
                  <a:gd name="connsiteX17" fmla="*/ 38452 w 438150"/>
                  <a:gd name="connsiteY17" fmla="*/ 19671 h 533400"/>
                  <a:gd name="connsiteX18" fmla="*/ 19402 w 438150"/>
                  <a:gd name="connsiteY18" fmla="*/ 38721 h 533400"/>
                  <a:gd name="connsiteX19" fmla="*/ 19402 w 438150"/>
                  <a:gd name="connsiteY19" fmla="*/ 38721 h 533400"/>
                  <a:gd name="connsiteX20" fmla="*/ 19402 w 438150"/>
                  <a:gd name="connsiteY20" fmla="*/ 495921 h 533400"/>
                  <a:gd name="connsiteX21" fmla="*/ 38452 w 438150"/>
                  <a:gd name="connsiteY21" fmla="*/ 514971 h 533400"/>
                  <a:gd name="connsiteX22" fmla="*/ 38452 w 438150"/>
                  <a:gd name="connsiteY22" fmla="*/ 514971 h 533400"/>
                  <a:gd name="connsiteX23" fmla="*/ 400402 w 438150"/>
                  <a:gd name="connsiteY23" fmla="*/ 514971 h 533400"/>
                  <a:gd name="connsiteX24" fmla="*/ 419452 w 438150"/>
                  <a:gd name="connsiteY24" fmla="*/ 495921 h 533400"/>
                  <a:gd name="connsiteX25" fmla="*/ 419452 w 438150"/>
                  <a:gd name="connsiteY25" fmla="*/ 495921 h 533400"/>
                  <a:gd name="connsiteX26" fmla="*/ 419452 w 438150"/>
                  <a:gd name="connsiteY26" fmla="*/ 154926 h 533400"/>
                  <a:gd name="connsiteX27" fmla="*/ 419452 w 438150"/>
                  <a:gd name="connsiteY27" fmla="*/ 153021 h 533400"/>
                  <a:gd name="connsiteX28" fmla="*/ 314677 w 438150"/>
                  <a:gd name="connsiteY28" fmla="*/ 153021 h 533400"/>
                  <a:gd name="connsiteX29" fmla="*/ 286102 w 438150"/>
                  <a:gd name="connsiteY29" fmla="*/ 126351 h 533400"/>
                  <a:gd name="connsiteX30" fmla="*/ 286102 w 438150"/>
                  <a:gd name="connsiteY30" fmla="*/ 124446 h 533400"/>
                  <a:gd name="connsiteX31" fmla="*/ 286102 w 438150"/>
                  <a:gd name="connsiteY31" fmla="*/ 19671 h 533400"/>
                  <a:gd name="connsiteX32" fmla="*/ 284197 w 438150"/>
                  <a:gd name="connsiteY32" fmla="*/ 19671 h 533400"/>
                  <a:gd name="connsiteX33" fmla="*/ 284197 w 438150"/>
                  <a:gd name="connsiteY33" fmla="*/ 19671 h 533400"/>
                  <a:gd name="connsiteX34" fmla="*/ 248002 w 438150"/>
                  <a:gd name="connsiteY34" fmla="*/ 200646 h 533400"/>
                  <a:gd name="connsiteX35" fmla="*/ 305152 w 438150"/>
                  <a:gd name="connsiteY35" fmla="*/ 257796 h 533400"/>
                  <a:gd name="connsiteX36" fmla="*/ 248002 w 438150"/>
                  <a:gd name="connsiteY36" fmla="*/ 314946 h 533400"/>
                  <a:gd name="connsiteX37" fmla="*/ 248002 w 438150"/>
                  <a:gd name="connsiteY37" fmla="*/ 314946 h 533400"/>
                  <a:gd name="connsiteX38" fmla="*/ 171802 w 438150"/>
                  <a:gd name="connsiteY38" fmla="*/ 314946 h 533400"/>
                  <a:gd name="connsiteX39" fmla="*/ 171802 w 438150"/>
                  <a:gd name="connsiteY39" fmla="*/ 410196 h 533400"/>
                  <a:gd name="connsiteX40" fmla="*/ 152752 w 438150"/>
                  <a:gd name="connsiteY40" fmla="*/ 410196 h 533400"/>
                  <a:gd name="connsiteX41" fmla="*/ 152752 w 438150"/>
                  <a:gd name="connsiteY41" fmla="*/ 200646 h 533400"/>
                  <a:gd name="connsiteX42" fmla="*/ 248002 w 438150"/>
                  <a:gd name="connsiteY42" fmla="*/ 200646 h 533400"/>
                  <a:gd name="connsiteX43" fmla="*/ 248002 w 438150"/>
                  <a:gd name="connsiteY43" fmla="*/ 219696 h 533400"/>
                  <a:gd name="connsiteX44" fmla="*/ 171802 w 438150"/>
                  <a:gd name="connsiteY44" fmla="*/ 219696 h 533400"/>
                  <a:gd name="connsiteX45" fmla="*/ 171802 w 438150"/>
                  <a:gd name="connsiteY45" fmla="*/ 295896 h 533400"/>
                  <a:gd name="connsiteX46" fmla="*/ 248002 w 438150"/>
                  <a:gd name="connsiteY46" fmla="*/ 295896 h 533400"/>
                  <a:gd name="connsiteX47" fmla="*/ 286102 w 438150"/>
                  <a:gd name="connsiteY47" fmla="*/ 257796 h 533400"/>
                  <a:gd name="connsiteX48" fmla="*/ 248002 w 438150"/>
                  <a:gd name="connsiteY48" fmla="*/ 219696 h 533400"/>
                  <a:gd name="connsiteX49" fmla="*/ 248002 w 438150"/>
                  <a:gd name="connsiteY49" fmla="*/ 219696 h 533400"/>
                  <a:gd name="connsiteX50" fmla="*/ 305152 w 438150"/>
                  <a:gd name="connsiteY50" fmla="*/ 33006 h 533400"/>
                  <a:gd name="connsiteX51" fmla="*/ 305152 w 438150"/>
                  <a:gd name="connsiteY51" fmla="*/ 124446 h 533400"/>
                  <a:gd name="connsiteX52" fmla="*/ 313724 w 438150"/>
                  <a:gd name="connsiteY52" fmla="*/ 133971 h 533400"/>
                  <a:gd name="connsiteX53" fmla="*/ 314677 w 438150"/>
                  <a:gd name="connsiteY53" fmla="*/ 133971 h 533400"/>
                  <a:gd name="connsiteX54" fmla="*/ 406117 w 438150"/>
                  <a:gd name="connsiteY54" fmla="*/ 133971 h 533400"/>
                  <a:gd name="connsiteX55" fmla="*/ 305152 w 438150"/>
                  <a:gd name="connsiteY55" fmla="*/ 33006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438150" h="533400">
                    <a:moveTo>
                      <a:pt x="284197" y="621"/>
                    </a:moveTo>
                    <a:cubicBezTo>
                      <a:pt x="294674" y="621"/>
                      <a:pt x="304199" y="4431"/>
                      <a:pt x="310867" y="12051"/>
                    </a:cubicBezTo>
                    <a:lnTo>
                      <a:pt x="310867" y="12051"/>
                    </a:lnTo>
                    <a:lnTo>
                      <a:pt x="427072" y="128256"/>
                    </a:lnTo>
                    <a:cubicBezTo>
                      <a:pt x="434692" y="135876"/>
                      <a:pt x="438502" y="145401"/>
                      <a:pt x="438502" y="154926"/>
                    </a:cubicBezTo>
                    <a:lnTo>
                      <a:pt x="438502" y="154926"/>
                    </a:lnTo>
                    <a:lnTo>
                      <a:pt x="438502" y="495921"/>
                    </a:lnTo>
                    <a:cubicBezTo>
                      <a:pt x="438502" y="516876"/>
                      <a:pt x="421357" y="534021"/>
                      <a:pt x="400402" y="534021"/>
                    </a:cubicBezTo>
                    <a:lnTo>
                      <a:pt x="400402" y="534021"/>
                    </a:lnTo>
                    <a:lnTo>
                      <a:pt x="38452" y="534021"/>
                    </a:lnTo>
                    <a:cubicBezTo>
                      <a:pt x="17497" y="534021"/>
                      <a:pt x="352" y="516876"/>
                      <a:pt x="352" y="495921"/>
                    </a:cubicBezTo>
                    <a:lnTo>
                      <a:pt x="352" y="495921"/>
                    </a:lnTo>
                    <a:lnTo>
                      <a:pt x="352" y="38721"/>
                    </a:lnTo>
                    <a:cubicBezTo>
                      <a:pt x="352" y="17766"/>
                      <a:pt x="17497" y="621"/>
                      <a:pt x="38452" y="621"/>
                    </a:cubicBezTo>
                    <a:lnTo>
                      <a:pt x="38452" y="621"/>
                    </a:lnTo>
                    <a:lnTo>
                      <a:pt x="284197" y="621"/>
                    </a:lnTo>
                    <a:close/>
                    <a:moveTo>
                      <a:pt x="284197" y="19671"/>
                    </a:moveTo>
                    <a:lnTo>
                      <a:pt x="38452" y="19671"/>
                    </a:lnTo>
                    <a:cubicBezTo>
                      <a:pt x="27974" y="19671"/>
                      <a:pt x="19402" y="28244"/>
                      <a:pt x="19402" y="38721"/>
                    </a:cubicBezTo>
                    <a:lnTo>
                      <a:pt x="19402" y="38721"/>
                    </a:lnTo>
                    <a:lnTo>
                      <a:pt x="19402" y="495921"/>
                    </a:lnTo>
                    <a:cubicBezTo>
                      <a:pt x="19402" y="506398"/>
                      <a:pt x="27974" y="514971"/>
                      <a:pt x="38452" y="514971"/>
                    </a:cubicBezTo>
                    <a:lnTo>
                      <a:pt x="38452" y="514971"/>
                    </a:lnTo>
                    <a:lnTo>
                      <a:pt x="400402" y="514971"/>
                    </a:lnTo>
                    <a:cubicBezTo>
                      <a:pt x="410880" y="514971"/>
                      <a:pt x="419452" y="506398"/>
                      <a:pt x="419452" y="495921"/>
                    </a:cubicBezTo>
                    <a:lnTo>
                      <a:pt x="419452" y="495921"/>
                    </a:lnTo>
                    <a:lnTo>
                      <a:pt x="419452" y="154926"/>
                    </a:lnTo>
                    <a:cubicBezTo>
                      <a:pt x="419452" y="153973"/>
                      <a:pt x="419452" y="153021"/>
                      <a:pt x="419452" y="153021"/>
                    </a:cubicBezTo>
                    <a:lnTo>
                      <a:pt x="314677" y="153021"/>
                    </a:lnTo>
                    <a:cubicBezTo>
                      <a:pt x="299437" y="153021"/>
                      <a:pt x="287055" y="141591"/>
                      <a:pt x="286102" y="126351"/>
                    </a:cubicBezTo>
                    <a:lnTo>
                      <a:pt x="286102" y="124446"/>
                    </a:lnTo>
                    <a:lnTo>
                      <a:pt x="286102" y="19671"/>
                    </a:lnTo>
                    <a:cubicBezTo>
                      <a:pt x="285149" y="19671"/>
                      <a:pt x="284197" y="19671"/>
                      <a:pt x="284197" y="19671"/>
                    </a:cubicBezTo>
                    <a:lnTo>
                      <a:pt x="284197" y="19671"/>
                    </a:lnTo>
                    <a:close/>
                    <a:moveTo>
                      <a:pt x="248002" y="200646"/>
                    </a:moveTo>
                    <a:cubicBezTo>
                      <a:pt x="279434" y="200646"/>
                      <a:pt x="305152" y="226364"/>
                      <a:pt x="305152" y="257796"/>
                    </a:cubicBezTo>
                    <a:cubicBezTo>
                      <a:pt x="305152" y="289228"/>
                      <a:pt x="279434" y="314946"/>
                      <a:pt x="248002" y="314946"/>
                    </a:cubicBezTo>
                    <a:lnTo>
                      <a:pt x="248002" y="314946"/>
                    </a:lnTo>
                    <a:lnTo>
                      <a:pt x="171802" y="314946"/>
                    </a:lnTo>
                    <a:lnTo>
                      <a:pt x="171802" y="410196"/>
                    </a:lnTo>
                    <a:lnTo>
                      <a:pt x="152752" y="410196"/>
                    </a:lnTo>
                    <a:lnTo>
                      <a:pt x="152752" y="200646"/>
                    </a:lnTo>
                    <a:lnTo>
                      <a:pt x="248002" y="200646"/>
                    </a:lnTo>
                    <a:close/>
                    <a:moveTo>
                      <a:pt x="248002" y="219696"/>
                    </a:moveTo>
                    <a:lnTo>
                      <a:pt x="171802" y="219696"/>
                    </a:lnTo>
                    <a:lnTo>
                      <a:pt x="171802" y="295896"/>
                    </a:lnTo>
                    <a:lnTo>
                      <a:pt x="248002" y="295896"/>
                    </a:lnTo>
                    <a:cubicBezTo>
                      <a:pt x="268957" y="295896"/>
                      <a:pt x="286102" y="278751"/>
                      <a:pt x="286102" y="257796"/>
                    </a:cubicBezTo>
                    <a:cubicBezTo>
                      <a:pt x="286102" y="236841"/>
                      <a:pt x="268957" y="219696"/>
                      <a:pt x="248002" y="219696"/>
                    </a:cubicBezTo>
                    <a:lnTo>
                      <a:pt x="248002" y="219696"/>
                    </a:lnTo>
                    <a:close/>
                    <a:moveTo>
                      <a:pt x="305152" y="33006"/>
                    </a:moveTo>
                    <a:lnTo>
                      <a:pt x="305152" y="124446"/>
                    </a:lnTo>
                    <a:cubicBezTo>
                      <a:pt x="305152" y="129209"/>
                      <a:pt x="308962" y="133019"/>
                      <a:pt x="313724" y="133971"/>
                    </a:cubicBezTo>
                    <a:lnTo>
                      <a:pt x="314677" y="133971"/>
                    </a:lnTo>
                    <a:lnTo>
                      <a:pt x="406117" y="133971"/>
                    </a:lnTo>
                    <a:lnTo>
                      <a:pt x="305152" y="33006"/>
                    </a:lnTo>
                    <a:close/>
                  </a:path>
                </a:pathLst>
              </a:custGeom>
              <a:solidFill>
                <a:schemeClr val="bg1"/>
              </a:soli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E84C834-0A40-4465-A678-7CCA5DC5F300}"/>
              </a:ext>
            </a:extLst>
          </p:cNvPr>
          <p:cNvGrpSpPr/>
          <p:nvPr/>
        </p:nvGrpSpPr>
        <p:grpSpPr>
          <a:xfrm>
            <a:off x="1296591" y="4337464"/>
            <a:ext cx="2754710" cy="1438100"/>
            <a:chOff x="8685662" y="5162010"/>
            <a:chExt cx="2754710" cy="1438100"/>
          </a:xfrm>
        </p:grpSpPr>
        <p:sp>
          <p:nvSpPr>
            <p:cNvPr id="25" name="item_title1">
              <a:extLst>
                <a:ext uri="{FF2B5EF4-FFF2-40B4-BE49-F238E27FC236}">
                  <a16:creationId xmlns:a16="http://schemas.microsoft.com/office/drawing/2014/main" id="{8073CB67-672C-44B3-8517-B740D0B85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5662" y="5162010"/>
              <a:ext cx="275471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Foundation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26" name="item_content1">
              <a:extLst>
                <a:ext uri="{FF2B5EF4-FFF2-40B4-BE49-F238E27FC236}">
                  <a16:creationId xmlns:a16="http://schemas.microsoft.com/office/drawing/2014/main" id="{F2CE8C7E-63D9-49BD-9870-C327167E8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8826" y="5571760"/>
              <a:ext cx="2424386" cy="1028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Bridges microscopic and macroscopic worlds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8D1BEFE2-9387-4C87-B0AF-4744F34EB91B}"/>
              </a:ext>
            </a:extLst>
          </p:cNvPr>
          <p:cNvGrpSpPr/>
          <p:nvPr/>
        </p:nvGrpSpPr>
        <p:grpSpPr>
          <a:xfrm>
            <a:off x="4808395" y="4337464"/>
            <a:ext cx="2659206" cy="1438100"/>
            <a:chOff x="8733414" y="5162010"/>
            <a:chExt cx="2659206" cy="1438100"/>
          </a:xfrm>
        </p:grpSpPr>
        <p:sp>
          <p:nvSpPr>
            <p:cNvPr id="28" name="item_title2">
              <a:extLst>
                <a:ext uri="{FF2B5EF4-FFF2-40B4-BE49-F238E27FC236}">
                  <a16:creationId xmlns:a16="http://schemas.microsoft.com/office/drawing/2014/main" id="{D606F7D7-D5D8-4A3F-98E4-32BD8175C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3414" y="5162010"/>
              <a:ext cx="2659206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Understanding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29" name="item_content2">
              <a:extLst>
                <a:ext uri="{FF2B5EF4-FFF2-40B4-BE49-F238E27FC236}">
                  <a16:creationId xmlns:a16="http://schemas.microsoft.com/office/drawing/2014/main" id="{3673D0DE-55F1-46DF-95F0-313E0CA13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8826" y="5571760"/>
              <a:ext cx="2424386" cy="1028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Tests quantum mechanics at large scales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2B80848-543C-4167-A548-47244B9ABCAC}"/>
              </a:ext>
            </a:extLst>
          </p:cNvPr>
          <p:cNvGrpSpPr/>
          <p:nvPr/>
        </p:nvGrpSpPr>
        <p:grpSpPr>
          <a:xfrm>
            <a:off x="8231300" y="4337464"/>
            <a:ext cx="2741500" cy="1438100"/>
            <a:chOff x="8692267" y="5162010"/>
            <a:chExt cx="2741500" cy="1438100"/>
          </a:xfrm>
        </p:grpSpPr>
        <p:sp>
          <p:nvSpPr>
            <p:cNvPr id="31" name="item_title3">
              <a:extLst>
                <a:ext uri="{FF2B5EF4-FFF2-40B4-BE49-F238E27FC236}">
                  <a16:creationId xmlns:a16="http://schemas.microsoft.com/office/drawing/2014/main" id="{05168FF4-5FEB-4BC7-81A2-655B9A4D5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92267" y="5162010"/>
              <a:ext cx="2741500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Schrödinger's Cat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32" name="item_content3">
              <a:extLst>
                <a:ext uri="{FF2B5EF4-FFF2-40B4-BE49-F238E27FC236}">
                  <a16:creationId xmlns:a16="http://schemas.microsoft.com/office/drawing/2014/main" id="{0CDD0B3C-1B90-401C-9B2B-6951572AF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08826" y="5571760"/>
              <a:ext cx="2424386" cy="1028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ctr"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Real quantum effects in macroscopic systems</a:t>
              </a:r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ECCBFB99-FC10-45CF-9294-2BB11D4694C3}"/>
              </a:ext>
            </a:extLst>
          </p:cNvPr>
          <p:cNvGrpSpPr/>
          <p:nvPr/>
        </p:nvGrpSpPr>
        <p:grpSpPr>
          <a:xfrm>
            <a:off x="385011" y="504250"/>
            <a:ext cx="10587788" cy="584775"/>
            <a:chOff x="385011" y="504250"/>
            <a:chExt cx="10587788" cy="584775"/>
          </a:xfrm>
        </p:grpSpPr>
        <p:sp>
          <p:nvSpPr>
            <p:cNvPr id="38" name="title">
              <a:extLst>
                <a:ext uri="{FF2B5EF4-FFF2-40B4-BE49-F238E27FC236}">
                  <a16:creationId xmlns:a16="http://schemas.microsoft.com/office/drawing/2014/main" id="{5518BBC6-B9BD-4D1B-94DE-14D52F1636B1}"/>
                </a:ext>
              </a:extLst>
            </p:cNvPr>
            <p:cNvSpPr txBox="1"/>
            <p:nvPr/>
          </p:nvSpPr>
          <p:spPr>
            <a:xfrm>
              <a:off x="1094286" y="504250"/>
              <a:ext cx="98785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Scientific Impact</a:t>
              </a: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3FB672B3-ADBA-4F56-8128-0701C2E3A1A5}"/>
                </a:ext>
              </a:extLst>
            </p:cNvPr>
            <p:cNvSpPr/>
            <p:nvPr/>
          </p:nvSpPr>
          <p:spPr>
            <a:xfrm>
              <a:off x="385011" y="504250"/>
              <a:ext cx="584775" cy="5847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5D46ABB1-4141-4605-97F5-2FAEAABAB009}"/>
              </a:ext>
            </a:extLst>
          </p:cNvPr>
          <p:cNvGrpSpPr/>
          <p:nvPr/>
        </p:nvGrpSpPr>
        <p:grpSpPr>
          <a:xfrm>
            <a:off x="4536279" y="1697280"/>
            <a:ext cx="3121821" cy="3907488"/>
            <a:chOff x="4875682" y="2156160"/>
            <a:chExt cx="2346291" cy="2936783"/>
          </a:xfrm>
        </p:grpSpPr>
        <p:grpSp>
          <p:nvGrpSpPr>
            <p:cNvPr id="4" name="í$ḻiḓé">
              <a:extLst>
                <a:ext uri="{FF2B5EF4-FFF2-40B4-BE49-F238E27FC236}">
                  <a16:creationId xmlns:a16="http://schemas.microsoft.com/office/drawing/2014/main" id="{722A08CD-5CBA-4EEB-870C-516EE8A4D125}"/>
                </a:ext>
              </a:extLst>
            </p:cNvPr>
            <p:cNvGrpSpPr/>
            <p:nvPr/>
          </p:nvGrpSpPr>
          <p:grpSpPr>
            <a:xfrm>
              <a:off x="6027747" y="2539657"/>
              <a:ext cx="1140399" cy="1140293"/>
              <a:chOff x="4314825" y="1651000"/>
              <a:chExt cx="1076325" cy="1076224"/>
            </a:xfrm>
          </p:grpSpPr>
          <p:sp>
            <p:nvSpPr>
              <p:cNvPr id="36" name="îśḷíḑe">
                <a:extLst>
                  <a:ext uri="{FF2B5EF4-FFF2-40B4-BE49-F238E27FC236}">
                    <a16:creationId xmlns:a16="http://schemas.microsoft.com/office/drawing/2014/main" id="{BB2100F8-B1B8-4D59-A8EA-378C6BDFB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2950" y="1676400"/>
                <a:ext cx="406400" cy="263525"/>
              </a:xfrm>
              <a:custGeom>
                <a:avLst/>
                <a:gdLst>
                  <a:gd name="T0" fmla="*/ 0 w 256"/>
                  <a:gd name="T1" fmla="*/ 35 h 166"/>
                  <a:gd name="T2" fmla="*/ 170 w 256"/>
                  <a:gd name="T3" fmla="*/ 0 h 166"/>
                  <a:gd name="T4" fmla="*/ 256 w 256"/>
                  <a:gd name="T5" fmla="*/ 135 h 166"/>
                  <a:gd name="T6" fmla="*/ 91 w 256"/>
                  <a:gd name="T7" fmla="*/ 166 h 166"/>
                  <a:gd name="T8" fmla="*/ 0 w 256"/>
                  <a:gd name="T9" fmla="*/ 35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6" h="166">
                    <a:moveTo>
                      <a:pt x="0" y="35"/>
                    </a:moveTo>
                    <a:lnTo>
                      <a:pt x="170" y="0"/>
                    </a:lnTo>
                    <a:lnTo>
                      <a:pt x="256" y="135"/>
                    </a:lnTo>
                    <a:lnTo>
                      <a:pt x="91" y="166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37" name="î$1iďê">
                <a:extLst>
                  <a:ext uri="{FF2B5EF4-FFF2-40B4-BE49-F238E27FC236}">
                    <a16:creationId xmlns:a16="http://schemas.microsoft.com/office/drawing/2014/main" id="{4599BA5E-438D-4C13-8D8A-0B42417D01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8713" y="2223986"/>
                <a:ext cx="377825" cy="260350"/>
              </a:xfrm>
              <a:custGeom>
                <a:avLst/>
                <a:gdLst>
                  <a:gd name="T0" fmla="*/ 85 w 238"/>
                  <a:gd name="T1" fmla="*/ 164 h 164"/>
                  <a:gd name="T2" fmla="*/ 238 w 238"/>
                  <a:gd name="T3" fmla="*/ 123 h 164"/>
                  <a:gd name="T4" fmla="*/ 157 w 238"/>
                  <a:gd name="T5" fmla="*/ 0 h 164"/>
                  <a:gd name="T6" fmla="*/ 0 w 238"/>
                  <a:gd name="T7" fmla="*/ 54 h 164"/>
                  <a:gd name="T8" fmla="*/ 85 w 238"/>
                  <a:gd name="T9" fmla="*/ 16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8" h="164">
                    <a:moveTo>
                      <a:pt x="85" y="164"/>
                    </a:moveTo>
                    <a:lnTo>
                      <a:pt x="238" y="123"/>
                    </a:lnTo>
                    <a:lnTo>
                      <a:pt x="157" y="0"/>
                    </a:lnTo>
                    <a:lnTo>
                      <a:pt x="0" y="54"/>
                    </a:lnTo>
                    <a:lnTo>
                      <a:pt x="85" y="16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38" name="îṥļîḓê">
                <a:extLst>
                  <a:ext uri="{FF2B5EF4-FFF2-40B4-BE49-F238E27FC236}">
                    <a16:creationId xmlns:a16="http://schemas.microsoft.com/office/drawing/2014/main" id="{99B7E8F0-8534-43DD-9E71-EFEA76698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4700" y="1651000"/>
                <a:ext cx="806450" cy="1038225"/>
              </a:xfrm>
              <a:custGeom>
                <a:avLst/>
                <a:gdLst>
                  <a:gd name="T0" fmla="*/ 150 w 508"/>
                  <a:gd name="T1" fmla="*/ 16 h 654"/>
                  <a:gd name="T2" fmla="*/ 508 w 508"/>
                  <a:gd name="T3" fmla="*/ 0 h 654"/>
                  <a:gd name="T4" fmla="*/ 461 w 508"/>
                  <a:gd name="T5" fmla="*/ 485 h 654"/>
                  <a:gd name="T6" fmla="*/ 380 w 508"/>
                  <a:gd name="T7" fmla="*/ 362 h 654"/>
                  <a:gd name="T8" fmla="*/ 150 w 508"/>
                  <a:gd name="T9" fmla="*/ 654 h 654"/>
                  <a:gd name="T10" fmla="*/ 0 w 508"/>
                  <a:gd name="T11" fmla="*/ 441 h 654"/>
                  <a:gd name="T12" fmla="*/ 236 w 508"/>
                  <a:gd name="T13" fmla="*/ 154 h 654"/>
                  <a:gd name="T14" fmla="*/ 150 w 508"/>
                  <a:gd name="T15" fmla="*/ 16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8" h="654">
                    <a:moveTo>
                      <a:pt x="150" y="16"/>
                    </a:moveTo>
                    <a:lnTo>
                      <a:pt x="508" y="0"/>
                    </a:lnTo>
                    <a:lnTo>
                      <a:pt x="461" y="485"/>
                    </a:lnTo>
                    <a:lnTo>
                      <a:pt x="380" y="362"/>
                    </a:lnTo>
                    <a:lnTo>
                      <a:pt x="150" y="654"/>
                    </a:lnTo>
                    <a:lnTo>
                      <a:pt x="0" y="441"/>
                    </a:lnTo>
                    <a:lnTo>
                      <a:pt x="236" y="154"/>
                    </a:lnTo>
                    <a:lnTo>
                      <a:pt x="150" y="16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39" name="isļíḍê">
                <a:extLst>
                  <a:ext uri="{FF2B5EF4-FFF2-40B4-BE49-F238E27FC236}">
                    <a16:creationId xmlns:a16="http://schemas.microsoft.com/office/drawing/2014/main" id="{1B69B8A8-6733-480A-A342-A60E5A8C84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4825" y="1892109"/>
                <a:ext cx="647877" cy="484381"/>
              </a:xfrm>
              <a:custGeom>
                <a:avLst/>
                <a:gdLst>
                  <a:gd name="T0" fmla="*/ 241 w 406"/>
                  <a:gd name="T1" fmla="*/ 28 h 303"/>
                  <a:gd name="T2" fmla="*/ 406 w 406"/>
                  <a:gd name="T3" fmla="*/ 0 h 303"/>
                  <a:gd name="T4" fmla="*/ 170 w 406"/>
                  <a:gd name="T5" fmla="*/ 287 h 303"/>
                  <a:gd name="T6" fmla="*/ 0 w 406"/>
                  <a:gd name="T7" fmla="*/ 303 h 303"/>
                  <a:gd name="T8" fmla="*/ 241 w 406"/>
                  <a:gd name="T9" fmla="*/ 28 h 303"/>
                  <a:gd name="connsiteX0" fmla="*/ 5936 w 10000"/>
                  <a:gd name="connsiteY0" fmla="*/ 924 h 10000"/>
                  <a:gd name="connsiteX1" fmla="*/ 10000 w 10000"/>
                  <a:gd name="connsiteY1" fmla="*/ 0 h 10000"/>
                  <a:gd name="connsiteX2" fmla="*/ 4187 w 10000"/>
                  <a:gd name="connsiteY2" fmla="*/ 9472 h 10000"/>
                  <a:gd name="connsiteX3" fmla="*/ 0 w 10000"/>
                  <a:gd name="connsiteY3" fmla="*/ 10000 h 10000"/>
                  <a:gd name="connsiteX4" fmla="*/ 5936 w 10000"/>
                  <a:gd name="connsiteY4" fmla="*/ 924 h 10000"/>
                  <a:gd name="connsiteX0" fmla="*/ 5936 w 10052"/>
                  <a:gd name="connsiteY0" fmla="*/ 1029 h 10105"/>
                  <a:gd name="connsiteX1" fmla="*/ 10052 w 10052"/>
                  <a:gd name="connsiteY1" fmla="*/ 0 h 10105"/>
                  <a:gd name="connsiteX2" fmla="*/ 4187 w 10052"/>
                  <a:gd name="connsiteY2" fmla="*/ 9577 h 10105"/>
                  <a:gd name="connsiteX3" fmla="*/ 0 w 10052"/>
                  <a:gd name="connsiteY3" fmla="*/ 10105 h 10105"/>
                  <a:gd name="connsiteX4" fmla="*/ 5936 w 10052"/>
                  <a:gd name="connsiteY4" fmla="*/ 1029 h 10105"/>
                  <a:gd name="connsiteX0" fmla="*/ 5936 w 10052"/>
                  <a:gd name="connsiteY0" fmla="*/ 994 h 10070"/>
                  <a:gd name="connsiteX1" fmla="*/ 10052 w 10052"/>
                  <a:gd name="connsiteY1" fmla="*/ 0 h 10070"/>
                  <a:gd name="connsiteX2" fmla="*/ 4187 w 10052"/>
                  <a:gd name="connsiteY2" fmla="*/ 9542 h 10070"/>
                  <a:gd name="connsiteX3" fmla="*/ 0 w 10052"/>
                  <a:gd name="connsiteY3" fmla="*/ 10070 h 10070"/>
                  <a:gd name="connsiteX4" fmla="*/ 5936 w 10052"/>
                  <a:gd name="connsiteY4" fmla="*/ 994 h 10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52" h="10070">
                    <a:moveTo>
                      <a:pt x="5936" y="994"/>
                    </a:moveTo>
                    <a:cubicBezTo>
                      <a:pt x="7291" y="686"/>
                      <a:pt x="8383" y="343"/>
                      <a:pt x="10052" y="0"/>
                    </a:cubicBezTo>
                    <a:lnTo>
                      <a:pt x="4187" y="9542"/>
                    </a:lnTo>
                    <a:lnTo>
                      <a:pt x="0" y="10070"/>
                    </a:lnTo>
                    <a:lnTo>
                      <a:pt x="5936" y="994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40" name="iṧlîdè">
                <a:extLst>
                  <a:ext uri="{FF2B5EF4-FFF2-40B4-BE49-F238E27FC236}">
                    <a16:creationId xmlns:a16="http://schemas.microsoft.com/office/drawing/2014/main" id="{73F4FD4D-52D6-4A2B-A382-4CEC85C46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514" y="2349399"/>
                <a:ext cx="508000" cy="377825"/>
              </a:xfrm>
              <a:custGeom>
                <a:avLst/>
                <a:gdLst>
                  <a:gd name="T0" fmla="*/ 320 w 320"/>
                  <a:gd name="T1" fmla="*/ 213 h 238"/>
                  <a:gd name="T2" fmla="*/ 158 w 320"/>
                  <a:gd name="T3" fmla="*/ 238 h 238"/>
                  <a:gd name="T4" fmla="*/ 0 w 320"/>
                  <a:gd name="T5" fmla="*/ 16 h 238"/>
                  <a:gd name="T6" fmla="*/ 170 w 320"/>
                  <a:gd name="T7" fmla="*/ 0 h 238"/>
                  <a:gd name="T8" fmla="*/ 320 w 320"/>
                  <a:gd name="T9" fmla="*/ 213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0" h="238">
                    <a:moveTo>
                      <a:pt x="320" y="213"/>
                    </a:moveTo>
                    <a:lnTo>
                      <a:pt x="158" y="238"/>
                    </a:lnTo>
                    <a:lnTo>
                      <a:pt x="0" y="16"/>
                    </a:lnTo>
                    <a:lnTo>
                      <a:pt x="170" y="0"/>
                    </a:lnTo>
                    <a:lnTo>
                      <a:pt x="320" y="213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</p:grpSp>
        <p:grpSp>
          <p:nvGrpSpPr>
            <p:cNvPr id="5" name="iṥḷíďè">
              <a:extLst>
                <a:ext uri="{FF2B5EF4-FFF2-40B4-BE49-F238E27FC236}">
                  <a16:creationId xmlns:a16="http://schemas.microsoft.com/office/drawing/2014/main" id="{386F3F0F-6822-4CE1-BC92-787C57A1757C}"/>
                </a:ext>
              </a:extLst>
            </p:cNvPr>
            <p:cNvGrpSpPr/>
            <p:nvPr/>
          </p:nvGrpSpPr>
          <p:grpSpPr>
            <a:xfrm>
              <a:off x="4917732" y="2156160"/>
              <a:ext cx="1333721" cy="1469965"/>
              <a:chOff x="3267177" y="1289050"/>
              <a:chExt cx="1258786" cy="1387374"/>
            </a:xfrm>
          </p:grpSpPr>
          <p:sp>
            <p:nvSpPr>
              <p:cNvPr id="33" name="îṩļiḓê">
                <a:extLst>
                  <a:ext uri="{FF2B5EF4-FFF2-40B4-BE49-F238E27FC236}">
                    <a16:creationId xmlns:a16="http://schemas.microsoft.com/office/drawing/2014/main" id="{28F65103-8AF0-4630-A06C-D0BE7D77E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7177" y="1289050"/>
                <a:ext cx="374650" cy="1022350"/>
              </a:xfrm>
              <a:custGeom>
                <a:avLst/>
                <a:gdLst>
                  <a:gd name="T0" fmla="*/ 0 w 236"/>
                  <a:gd name="T1" fmla="*/ 52 h 644"/>
                  <a:gd name="T2" fmla="*/ 162 w 236"/>
                  <a:gd name="T3" fmla="*/ 0 h 644"/>
                  <a:gd name="T4" fmla="*/ 236 w 236"/>
                  <a:gd name="T5" fmla="*/ 608 h 644"/>
                  <a:gd name="T6" fmla="*/ 76 w 236"/>
                  <a:gd name="T7" fmla="*/ 644 h 644"/>
                  <a:gd name="T8" fmla="*/ 0 w 236"/>
                  <a:gd name="T9" fmla="*/ 52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6" h="644">
                    <a:moveTo>
                      <a:pt x="0" y="52"/>
                    </a:moveTo>
                    <a:lnTo>
                      <a:pt x="162" y="0"/>
                    </a:lnTo>
                    <a:lnTo>
                      <a:pt x="236" y="608"/>
                    </a:lnTo>
                    <a:lnTo>
                      <a:pt x="76" y="644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34" name="iśliḑe">
                <a:extLst>
                  <a:ext uri="{FF2B5EF4-FFF2-40B4-BE49-F238E27FC236}">
                    <a16:creationId xmlns:a16="http://schemas.microsoft.com/office/drawing/2014/main" id="{67DF10B1-B557-498B-8ADA-66B637B2C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0138" y="2066824"/>
                <a:ext cx="627063" cy="609600"/>
              </a:xfrm>
              <a:custGeom>
                <a:avLst/>
                <a:gdLst>
                  <a:gd name="T0" fmla="*/ 395 w 395"/>
                  <a:gd name="T1" fmla="*/ 367 h 384"/>
                  <a:gd name="T2" fmla="*/ 125 w 395"/>
                  <a:gd name="T3" fmla="*/ 0 h 384"/>
                  <a:gd name="T4" fmla="*/ 0 w 395"/>
                  <a:gd name="T5" fmla="*/ 85 h 384"/>
                  <a:gd name="T6" fmla="*/ 223 w 395"/>
                  <a:gd name="T7" fmla="*/ 384 h 384"/>
                  <a:gd name="T8" fmla="*/ 395 w 395"/>
                  <a:gd name="T9" fmla="*/ 367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5" h="384">
                    <a:moveTo>
                      <a:pt x="395" y="367"/>
                    </a:moveTo>
                    <a:lnTo>
                      <a:pt x="125" y="0"/>
                    </a:lnTo>
                    <a:lnTo>
                      <a:pt x="0" y="85"/>
                    </a:lnTo>
                    <a:lnTo>
                      <a:pt x="223" y="384"/>
                    </a:lnTo>
                    <a:lnTo>
                      <a:pt x="395" y="367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35" name="íSlïḓê">
                <a:extLst>
                  <a:ext uri="{FF2B5EF4-FFF2-40B4-BE49-F238E27FC236}">
                    <a16:creationId xmlns:a16="http://schemas.microsoft.com/office/drawing/2014/main" id="{1AC87CDE-B071-411B-A66B-A029B8A6A3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2663" y="1289050"/>
                <a:ext cx="1003300" cy="1362075"/>
              </a:xfrm>
              <a:custGeom>
                <a:avLst/>
                <a:gdLst>
                  <a:gd name="T0" fmla="*/ 0 w 632"/>
                  <a:gd name="T1" fmla="*/ 0 h 858"/>
                  <a:gd name="T2" fmla="*/ 469 w 632"/>
                  <a:gd name="T3" fmla="*/ 188 h 858"/>
                  <a:gd name="T4" fmla="*/ 370 w 632"/>
                  <a:gd name="T5" fmla="*/ 297 h 858"/>
                  <a:gd name="T6" fmla="*/ 632 w 632"/>
                  <a:gd name="T7" fmla="*/ 667 h 858"/>
                  <a:gd name="T8" fmla="*/ 469 w 632"/>
                  <a:gd name="T9" fmla="*/ 858 h 858"/>
                  <a:gd name="T10" fmla="*/ 199 w 632"/>
                  <a:gd name="T11" fmla="*/ 491 h 858"/>
                  <a:gd name="T12" fmla="*/ 74 w 632"/>
                  <a:gd name="T13" fmla="*/ 608 h 858"/>
                  <a:gd name="T14" fmla="*/ 0 w 632"/>
                  <a:gd name="T15" fmla="*/ 0 h 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32" h="858">
                    <a:moveTo>
                      <a:pt x="0" y="0"/>
                    </a:moveTo>
                    <a:lnTo>
                      <a:pt x="469" y="188"/>
                    </a:lnTo>
                    <a:lnTo>
                      <a:pt x="370" y="297"/>
                    </a:lnTo>
                    <a:lnTo>
                      <a:pt x="632" y="667"/>
                    </a:lnTo>
                    <a:lnTo>
                      <a:pt x="469" y="858"/>
                    </a:lnTo>
                    <a:lnTo>
                      <a:pt x="199" y="491"/>
                    </a:lnTo>
                    <a:lnTo>
                      <a:pt x="74" y="6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</p:grpSp>
        <p:grpSp>
          <p:nvGrpSpPr>
            <p:cNvPr id="6" name="işḻîdé">
              <a:extLst>
                <a:ext uri="{FF2B5EF4-FFF2-40B4-BE49-F238E27FC236}">
                  <a16:creationId xmlns:a16="http://schemas.microsoft.com/office/drawing/2014/main" id="{E8707252-723A-4384-BE6A-8B7F1A835498}"/>
                </a:ext>
              </a:extLst>
            </p:cNvPr>
            <p:cNvGrpSpPr/>
            <p:nvPr/>
          </p:nvGrpSpPr>
          <p:grpSpPr>
            <a:xfrm>
              <a:off x="6032796" y="3727162"/>
              <a:ext cx="1189177" cy="1241317"/>
              <a:chOff x="4319588" y="2771775"/>
              <a:chExt cx="1122363" cy="1171570"/>
            </a:xfrm>
          </p:grpSpPr>
          <p:sp>
            <p:nvSpPr>
              <p:cNvPr id="27" name="ïṧľïďê">
                <a:extLst>
                  <a:ext uri="{FF2B5EF4-FFF2-40B4-BE49-F238E27FC236}">
                    <a16:creationId xmlns:a16="http://schemas.microsoft.com/office/drawing/2014/main" id="{C5B079CE-3EE1-481E-AA52-4E75D9CAD9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8875" y="3102077"/>
                <a:ext cx="361950" cy="190500"/>
              </a:xfrm>
              <a:custGeom>
                <a:avLst/>
                <a:gdLst>
                  <a:gd name="T0" fmla="*/ 228 w 228"/>
                  <a:gd name="T1" fmla="*/ 6 h 120"/>
                  <a:gd name="T2" fmla="*/ 149 w 228"/>
                  <a:gd name="T3" fmla="*/ 120 h 120"/>
                  <a:gd name="T4" fmla="*/ 0 w 228"/>
                  <a:gd name="T5" fmla="*/ 120 h 120"/>
                  <a:gd name="T6" fmla="*/ 59 w 228"/>
                  <a:gd name="T7" fmla="*/ 0 h 120"/>
                  <a:gd name="T8" fmla="*/ 228 w 228"/>
                  <a:gd name="T9" fmla="*/ 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8" h="120">
                    <a:moveTo>
                      <a:pt x="228" y="6"/>
                    </a:moveTo>
                    <a:lnTo>
                      <a:pt x="149" y="120"/>
                    </a:lnTo>
                    <a:lnTo>
                      <a:pt x="0" y="120"/>
                    </a:lnTo>
                    <a:lnTo>
                      <a:pt x="59" y="0"/>
                    </a:lnTo>
                    <a:lnTo>
                      <a:pt x="228" y="6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28" name="îṡḻiḋê">
                <a:extLst>
                  <a:ext uri="{FF2B5EF4-FFF2-40B4-BE49-F238E27FC236}">
                    <a16:creationId xmlns:a16="http://schemas.microsoft.com/office/drawing/2014/main" id="{05FAEB43-C38B-42C2-B830-6313FC8F13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1525" y="2771775"/>
                <a:ext cx="860425" cy="1166813"/>
              </a:xfrm>
              <a:custGeom>
                <a:avLst/>
                <a:gdLst>
                  <a:gd name="T0" fmla="*/ 0 w 542"/>
                  <a:gd name="T1" fmla="*/ 195 h 735"/>
                  <a:gd name="T2" fmla="*/ 150 w 542"/>
                  <a:gd name="T3" fmla="*/ 0 h 735"/>
                  <a:gd name="T4" fmla="*/ 393 w 542"/>
                  <a:gd name="T5" fmla="*/ 327 h 735"/>
                  <a:gd name="T6" fmla="*/ 472 w 542"/>
                  <a:gd name="T7" fmla="*/ 213 h 735"/>
                  <a:gd name="T8" fmla="*/ 542 w 542"/>
                  <a:gd name="T9" fmla="*/ 735 h 735"/>
                  <a:gd name="T10" fmla="*/ 158 w 542"/>
                  <a:gd name="T11" fmla="*/ 667 h 735"/>
                  <a:gd name="T12" fmla="*/ 256 w 542"/>
                  <a:gd name="T13" fmla="*/ 533 h 735"/>
                  <a:gd name="T14" fmla="*/ 0 w 542"/>
                  <a:gd name="T15" fmla="*/ 195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42" h="735">
                    <a:moveTo>
                      <a:pt x="0" y="195"/>
                    </a:moveTo>
                    <a:lnTo>
                      <a:pt x="150" y="0"/>
                    </a:lnTo>
                    <a:lnTo>
                      <a:pt x="393" y="327"/>
                    </a:lnTo>
                    <a:lnTo>
                      <a:pt x="472" y="213"/>
                    </a:lnTo>
                    <a:lnTo>
                      <a:pt x="542" y="735"/>
                    </a:lnTo>
                    <a:lnTo>
                      <a:pt x="158" y="667"/>
                    </a:lnTo>
                    <a:lnTo>
                      <a:pt x="256" y="533"/>
                    </a:lnTo>
                    <a:lnTo>
                      <a:pt x="0" y="195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29" name="ïS1îḑè">
                <a:extLst>
                  <a:ext uri="{FF2B5EF4-FFF2-40B4-BE49-F238E27FC236}">
                    <a16:creationId xmlns:a16="http://schemas.microsoft.com/office/drawing/2014/main" id="{D7F3AA67-79DE-4A21-BB58-3B1D44957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588" y="2771775"/>
                <a:ext cx="500063" cy="309563"/>
              </a:xfrm>
              <a:custGeom>
                <a:avLst/>
                <a:gdLst>
                  <a:gd name="T0" fmla="*/ 315 w 315"/>
                  <a:gd name="T1" fmla="*/ 0 h 195"/>
                  <a:gd name="T2" fmla="*/ 165 w 315"/>
                  <a:gd name="T3" fmla="*/ 195 h 195"/>
                  <a:gd name="T4" fmla="*/ 0 w 315"/>
                  <a:gd name="T5" fmla="*/ 195 h 195"/>
                  <a:gd name="T6" fmla="*/ 147 w 315"/>
                  <a:gd name="T7" fmla="*/ 12 h 195"/>
                  <a:gd name="T8" fmla="*/ 315 w 315"/>
                  <a:gd name="T9" fmla="*/ 0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195">
                    <a:moveTo>
                      <a:pt x="315" y="0"/>
                    </a:moveTo>
                    <a:lnTo>
                      <a:pt x="165" y="195"/>
                    </a:lnTo>
                    <a:lnTo>
                      <a:pt x="0" y="195"/>
                    </a:lnTo>
                    <a:lnTo>
                      <a:pt x="147" y="12"/>
                    </a:lnTo>
                    <a:lnTo>
                      <a:pt x="315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30" name="íṩḻïḑé">
                <a:extLst>
                  <a:ext uri="{FF2B5EF4-FFF2-40B4-BE49-F238E27FC236}">
                    <a16:creationId xmlns:a16="http://schemas.microsoft.com/office/drawing/2014/main" id="{DB1AF854-3C45-4979-827C-7C367C36D5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588" y="3081338"/>
                <a:ext cx="668338" cy="536575"/>
              </a:xfrm>
              <a:custGeom>
                <a:avLst/>
                <a:gdLst>
                  <a:gd name="T0" fmla="*/ 0 w 421"/>
                  <a:gd name="T1" fmla="*/ 0 h 338"/>
                  <a:gd name="T2" fmla="*/ 165 w 421"/>
                  <a:gd name="T3" fmla="*/ 0 h 338"/>
                  <a:gd name="T4" fmla="*/ 421 w 421"/>
                  <a:gd name="T5" fmla="*/ 338 h 338"/>
                  <a:gd name="T6" fmla="*/ 230 w 421"/>
                  <a:gd name="T7" fmla="*/ 328 h 338"/>
                  <a:gd name="T8" fmla="*/ 0 w 421"/>
                  <a:gd name="T9" fmla="*/ 0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1" h="338">
                    <a:moveTo>
                      <a:pt x="0" y="0"/>
                    </a:moveTo>
                    <a:lnTo>
                      <a:pt x="165" y="0"/>
                    </a:lnTo>
                    <a:lnTo>
                      <a:pt x="421" y="338"/>
                    </a:lnTo>
                    <a:lnTo>
                      <a:pt x="230" y="3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31" name="îşļîďè">
                <a:extLst>
                  <a:ext uri="{FF2B5EF4-FFF2-40B4-BE49-F238E27FC236}">
                    <a16:creationId xmlns:a16="http://schemas.microsoft.com/office/drawing/2014/main" id="{A4FF9DA1-1EBA-4EEB-AA33-7729AFA0B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5013" y="3602038"/>
                <a:ext cx="442913" cy="228600"/>
              </a:xfrm>
              <a:custGeom>
                <a:avLst/>
                <a:gdLst>
                  <a:gd name="T0" fmla="*/ 88 w 279"/>
                  <a:gd name="T1" fmla="*/ 0 h 144"/>
                  <a:gd name="T2" fmla="*/ 0 w 279"/>
                  <a:gd name="T3" fmla="*/ 131 h 144"/>
                  <a:gd name="T4" fmla="*/ 181 w 279"/>
                  <a:gd name="T5" fmla="*/ 144 h 144"/>
                  <a:gd name="T6" fmla="*/ 279 w 279"/>
                  <a:gd name="T7" fmla="*/ 10 h 144"/>
                  <a:gd name="T8" fmla="*/ 88 w 279"/>
                  <a:gd name="T9" fmla="*/ 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9" h="144">
                    <a:moveTo>
                      <a:pt x="88" y="0"/>
                    </a:moveTo>
                    <a:lnTo>
                      <a:pt x="0" y="131"/>
                    </a:lnTo>
                    <a:lnTo>
                      <a:pt x="181" y="144"/>
                    </a:lnTo>
                    <a:lnTo>
                      <a:pt x="279" y="10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32" name="î$ḻíḓè">
                <a:extLst>
                  <a:ext uri="{FF2B5EF4-FFF2-40B4-BE49-F238E27FC236}">
                    <a16:creationId xmlns:a16="http://schemas.microsoft.com/office/drawing/2014/main" id="{D6AAEB0B-A705-4FF1-93ED-1448F9BB95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5013" y="3810000"/>
                <a:ext cx="896938" cy="133345"/>
              </a:xfrm>
              <a:custGeom>
                <a:avLst/>
                <a:gdLst>
                  <a:gd name="T0" fmla="*/ 0 w 565"/>
                  <a:gd name="T1" fmla="*/ 0 h 90"/>
                  <a:gd name="T2" fmla="*/ 181 w 565"/>
                  <a:gd name="T3" fmla="*/ 13 h 90"/>
                  <a:gd name="T4" fmla="*/ 565 w 565"/>
                  <a:gd name="T5" fmla="*/ 81 h 90"/>
                  <a:gd name="T6" fmla="*/ 433 w 565"/>
                  <a:gd name="T7" fmla="*/ 90 h 90"/>
                  <a:gd name="T8" fmla="*/ 0 w 565"/>
                  <a:gd name="T9" fmla="*/ 0 h 90"/>
                  <a:gd name="connsiteX0" fmla="*/ 0 w 10000"/>
                  <a:gd name="connsiteY0" fmla="*/ 0 h 9333"/>
                  <a:gd name="connsiteX1" fmla="*/ 3204 w 10000"/>
                  <a:gd name="connsiteY1" fmla="*/ 1444 h 9333"/>
                  <a:gd name="connsiteX2" fmla="*/ 10000 w 10000"/>
                  <a:gd name="connsiteY2" fmla="*/ 9000 h 9333"/>
                  <a:gd name="connsiteX3" fmla="*/ 7744 w 10000"/>
                  <a:gd name="connsiteY3" fmla="*/ 9333 h 9333"/>
                  <a:gd name="connsiteX4" fmla="*/ 0 w 10000"/>
                  <a:gd name="connsiteY4" fmla="*/ 0 h 9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00" h="9333">
                    <a:moveTo>
                      <a:pt x="0" y="0"/>
                    </a:moveTo>
                    <a:lnTo>
                      <a:pt x="3204" y="1444"/>
                    </a:lnTo>
                    <a:lnTo>
                      <a:pt x="10000" y="9000"/>
                    </a:lnTo>
                    <a:lnTo>
                      <a:pt x="7744" y="93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</p:grpSp>
        <p:grpSp>
          <p:nvGrpSpPr>
            <p:cNvPr id="7" name="îṥḻiḑè">
              <a:extLst>
                <a:ext uri="{FF2B5EF4-FFF2-40B4-BE49-F238E27FC236}">
                  <a16:creationId xmlns:a16="http://schemas.microsoft.com/office/drawing/2014/main" id="{BCB57341-9FEC-45B8-8EBC-7F259B2EDC96}"/>
                </a:ext>
              </a:extLst>
            </p:cNvPr>
            <p:cNvGrpSpPr/>
            <p:nvPr/>
          </p:nvGrpSpPr>
          <p:grpSpPr>
            <a:xfrm>
              <a:off x="4875682" y="3681742"/>
              <a:ext cx="1380818" cy="1411201"/>
              <a:chOff x="3227489" y="2738438"/>
              <a:chExt cx="1303236" cy="1331913"/>
            </a:xfrm>
          </p:grpSpPr>
          <p:sp>
            <p:nvSpPr>
              <p:cNvPr id="24" name="iŝļïḑè">
                <a:extLst>
                  <a:ext uri="{FF2B5EF4-FFF2-40B4-BE49-F238E27FC236}">
                    <a16:creationId xmlns:a16="http://schemas.microsoft.com/office/drawing/2014/main" id="{FE87E4B2-EEBF-4006-A894-62A7D8CF3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7275" y="2738438"/>
                <a:ext cx="663575" cy="542925"/>
              </a:xfrm>
              <a:custGeom>
                <a:avLst/>
                <a:gdLst>
                  <a:gd name="T0" fmla="*/ 418 w 418"/>
                  <a:gd name="T1" fmla="*/ 0 h 342"/>
                  <a:gd name="T2" fmla="*/ 144 w 418"/>
                  <a:gd name="T3" fmla="*/ 342 h 342"/>
                  <a:gd name="T4" fmla="*/ 0 w 418"/>
                  <a:gd name="T5" fmla="*/ 312 h 342"/>
                  <a:gd name="T6" fmla="*/ 259 w 418"/>
                  <a:gd name="T7" fmla="*/ 10 h 342"/>
                  <a:gd name="T8" fmla="*/ 418 w 418"/>
                  <a:gd name="T9" fmla="*/ 0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8" h="342">
                    <a:moveTo>
                      <a:pt x="418" y="0"/>
                    </a:moveTo>
                    <a:lnTo>
                      <a:pt x="144" y="342"/>
                    </a:lnTo>
                    <a:lnTo>
                      <a:pt x="0" y="312"/>
                    </a:lnTo>
                    <a:lnTo>
                      <a:pt x="259" y="10"/>
                    </a:lnTo>
                    <a:lnTo>
                      <a:pt x="418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25" name="ïS1ídé">
                <a:extLst>
                  <a:ext uri="{FF2B5EF4-FFF2-40B4-BE49-F238E27FC236}">
                    <a16:creationId xmlns:a16="http://schemas.microsoft.com/office/drawing/2014/main" id="{6057A642-B2D9-43AB-98A1-B9E2C00F4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6150" y="2738438"/>
                <a:ext cx="1044575" cy="1331913"/>
              </a:xfrm>
              <a:custGeom>
                <a:avLst/>
                <a:gdLst>
                  <a:gd name="T0" fmla="*/ 488 w 658"/>
                  <a:gd name="T1" fmla="*/ 0 h 839"/>
                  <a:gd name="T2" fmla="*/ 658 w 658"/>
                  <a:gd name="T3" fmla="*/ 224 h 839"/>
                  <a:gd name="T4" fmla="*/ 382 w 658"/>
                  <a:gd name="T5" fmla="*/ 565 h 839"/>
                  <a:gd name="T6" fmla="*/ 482 w 658"/>
                  <a:gd name="T7" fmla="*/ 691 h 839"/>
                  <a:gd name="T8" fmla="*/ 0 w 658"/>
                  <a:gd name="T9" fmla="*/ 839 h 839"/>
                  <a:gd name="T10" fmla="*/ 94 w 658"/>
                  <a:gd name="T11" fmla="*/ 203 h 839"/>
                  <a:gd name="T12" fmla="*/ 214 w 658"/>
                  <a:gd name="T13" fmla="*/ 342 h 839"/>
                  <a:gd name="T14" fmla="*/ 488 w 658"/>
                  <a:gd name="T15" fmla="*/ 0 h 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8" h="839">
                    <a:moveTo>
                      <a:pt x="488" y="0"/>
                    </a:moveTo>
                    <a:lnTo>
                      <a:pt x="658" y="224"/>
                    </a:lnTo>
                    <a:lnTo>
                      <a:pt x="382" y="565"/>
                    </a:lnTo>
                    <a:lnTo>
                      <a:pt x="482" y="691"/>
                    </a:lnTo>
                    <a:lnTo>
                      <a:pt x="0" y="839"/>
                    </a:lnTo>
                    <a:lnTo>
                      <a:pt x="94" y="203"/>
                    </a:lnTo>
                    <a:lnTo>
                      <a:pt x="214" y="342"/>
                    </a:lnTo>
                    <a:lnTo>
                      <a:pt x="4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  <p:sp>
            <p:nvSpPr>
              <p:cNvPr id="26" name="ïŝļïḍè">
                <a:extLst>
                  <a:ext uri="{FF2B5EF4-FFF2-40B4-BE49-F238E27FC236}">
                    <a16:creationId xmlns:a16="http://schemas.microsoft.com/office/drawing/2014/main" id="{3B077866-1C91-47DC-BA9F-0456310366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7489" y="3060700"/>
                <a:ext cx="409575" cy="1009650"/>
              </a:xfrm>
              <a:custGeom>
                <a:avLst/>
                <a:gdLst>
                  <a:gd name="T0" fmla="*/ 258 w 258"/>
                  <a:gd name="T1" fmla="*/ 0 h 636"/>
                  <a:gd name="T2" fmla="*/ 164 w 258"/>
                  <a:gd name="T3" fmla="*/ 636 h 636"/>
                  <a:gd name="T4" fmla="*/ 0 w 258"/>
                  <a:gd name="T5" fmla="*/ 624 h 636"/>
                  <a:gd name="T6" fmla="*/ 101 w 258"/>
                  <a:gd name="T7" fmla="*/ 0 h 636"/>
                  <a:gd name="T8" fmla="*/ 258 w 258"/>
                  <a:gd name="T9" fmla="*/ 0 h 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8" h="636">
                    <a:moveTo>
                      <a:pt x="258" y="0"/>
                    </a:moveTo>
                    <a:lnTo>
                      <a:pt x="164" y="636"/>
                    </a:lnTo>
                    <a:lnTo>
                      <a:pt x="0" y="624"/>
                    </a:lnTo>
                    <a:lnTo>
                      <a:pt x="101" y="0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 w="12700">
                <a:solidFill>
                  <a:schemeClr val="bg1">
                    <a:lumMod val="95000"/>
                  </a:schemeClr>
                </a:solidFill>
              </a:ln>
            </p:spPr>
            <p:txBody>
              <a:bodyPr anchor="ctr"/>
              <a:lstStyle/>
              <a:p>
                <a:pPr algn="ctr"/>
                <a:endParaRPr dirty="0">
                  <a:latin typeface="字魂59号-创粗黑" panose="00000500000000000000" pitchFamily="2" charset="-122"/>
                  <a:ea typeface="字魂59号-创粗黑" panose="00000500000000000000" pitchFamily="2" charset="-122"/>
                </a:endParaRPr>
              </a:p>
            </p:txBody>
          </p:sp>
        </p:grpSp>
        <p:sp>
          <p:nvSpPr>
            <p:cNvPr id="8" name="iSlïḋê">
              <a:extLst>
                <a:ext uri="{FF2B5EF4-FFF2-40B4-BE49-F238E27FC236}">
                  <a16:creationId xmlns:a16="http://schemas.microsoft.com/office/drawing/2014/main" id="{85EEA8E0-04F1-47B6-BEBF-3924F09BC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3302" y="4516499"/>
              <a:ext cx="270930" cy="270929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24 w 236"/>
                <a:gd name="T11" fmla="*/ 56 h 236"/>
                <a:gd name="T12" fmla="*/ 144 w 236"/>
                <a:gd name="T13" fmla="*/ 46 h 236"/>
                <a:gd name="T14" fmla="*/ 137 w 236"/>
                <a:gd name="T15" fmla="*/ 67 h 236"/>
                <a:gd name="T16" fmla="*/ 117 w 236"/>
                <a:gd name="T17" fmla="*/ 77 h 236"/>
                <a:gd name="T18" fmla="*/ 124 w 236"/>
                <a:gd name="T19" fmla="*/ 56 h 236"/>
                <a:gd name="T20" fmla="*/ 162 w 236"/>
                <a:gd name="T21" fmla="*/ 164 h 236"/>
                <a:gd name="T22" fmla="*/ 142 w 236"/>
                <a:gd name="T23" fmla="*/ 181 h 236"/>
                <a:gd name="T24" fmla="*/ 119 w 236"/>
                <a:gd name="T25" fmla="*/ 175 h 236"/>
                <a:gd name="T26" fmla="*/ 97 w 236"/>
                <a:gd name="T27" fmla="*/ 181 h 236"/>
                <a:gd name="T28" fmla="*/ 76 w 236"/>
                <a:gd name="T29" fmla="*/ 164 h 236"/>
                <a:gd name="T30" fmla="*/ 67 w 236"/>
                <a:gd name="T31" fmla="*/ 96 h 236"/>
                <a:gd name="T32" fmla="*/ 95 w 236"/>
                <a:gd name="T33" fmla="*/ 79 h 236"/>
                <a:gd name="T34" fmla="*/ 118 w 236"/>
                <a:gd name="T35" fmla="*/ 85 h 236"/>
                <a:gd name="T36" fmla="*/ 143 w 236"/>
                <a:gd name="T37" fmla="*/ 79 h 236"/>
                <a:gd name="T38" fmla="*/ 168 w 236"/>
                <a:gd name="T39" fmla="*/ 92 h 236"/>
                <a:gd name="T40" fmla="*/ 154 w 236"/>
                <a:gd name="T41" fmla="*/ 118 h 236"/>
                <a:gd name="T42" fmla="*/ 172 w 236"/>
                <a:gd name="T43" fmla="*/ 145 h 236"/>
                <a:gd name="T44" fmla="*/ 162 w 236"/>
                <a:gd name="T45" fmla="*/ 16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24" y="56"/>
                  </a:moveTo>
                  <a:cubicBezTo>
                    <a:pt x="129" y="50"/>
                    <a:pt x="137" y="46"/>
                    <a:pt x="144" y="46"/>
                  </a:cubicBezTo>
                  <a:cubicBezTo>
                    <a:pt x="144" y="54"/>
                    <a:pt x="141" y="62"/>
                    <a:pt x="137" y="67"/>
                  </a:cubicBezTo>
                  <a:cubicBezTo>
                    <a:pt x="132" y="73"/>
                    <a:pt x="124" y="78"/>
                    <a:pt x="117" y="77"/>
                  </a:cubicBezTo>
                  <a:cubicBezTo>
                    <a:pt x="115" y="69"/>
                    <a:pt x="119" y="61"/>
                    <a:pt x="124" y="56"/>
                  </a:cubicBezTo>
                  <a:close/>
                  <a:moveTo>
                    <a:pt x="162" y="164"/>
                  </a:moveTo>
                  <a:cubicBezTo>
                    <a:pt x="157" y="172"/>
                    <a:pt x="151" y="180"/>
                    <a:pt x="142" y="181"/>
                  </a:cubicBezTo>
                  <a:cubicBezTo>
                    <a:pt x="133" y="181"/>
                    <a:pt x="130" y="175"/>
                    <a:pt x="119" y="175"/>
                  </a:cubicBezTo>
                  <a:cubicBezTo>
                    <a:pt x="109" y="175"/>
                    <a:pt x="106" y="180"/>
                    <a:pt x="97" y="181"/>
                  </a:cubicBezTo>
                  <a:cubicBezTo>
                    <a:pt x="88" y="181"/>
                    <a:pt x="82" y="172"/>
                    <a:pt x="76" y="164"/>
                  </a:cubicBezTo>
                  <a:cubicBezTo>
                    <a:pt x="64" y="147"/>
                    <a:pt x="55" y="116"/>
                    <a:pt x="67" y="96"/>
                  </a:cubicBezTo>
                  <a:cubicBezTo>
                    <a:pt x="73" y="85"/>
                    <a:pt x="84" y="79"/>
                    <a:pt x="95" y="79"/>
                  </a:cubicBezTo>
                  <a:cubicBezTo>
                    <a:pt x="104" y="79"/>
                    <a:pt x="112" y="85"/>
                    <a:pt x="118" y="85"/>
                  </a:cubicBezTo>
                  <a:cubicBezTo>
                    <a:pt x="123" y="85"/>
                    <a:pt x="133" y="77"/>
                    <a:pt x="143" y="79"/>
                  </a:cubicBezTo>
                  <a:cubicBezTo>
                    <a:pt x="148" y="79"/>
                    <a:pt x="160" y="80"/>
                    <a:pt x="168" y="92"/>
                  </a:cubicBezTo>
                  <a:cubicBezTo>
                    <a:pt x="167" y="92"/>
                    <a:pt x="153" y="100"/>
                    <a:pt x="154" y="118"/>
                  </a:cubicBezTo>
                  <a:cubicBezTo>
                    <a:pt x="154" y="138"/>
                    <a:pt x="171" y="145"/>
                    <a:pt x="172" y="145"/>
                  </a:cubicBezTo>
                  <a:cubicBezTo>
                    <a:pt x="171" y="145"/>
                    <a:pt x="169" y="155"/>
                    <a:pt x="162" y="164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  <a:scene3d>
              <a:camera prst="perspectiveHeroicExtremeRightFacing"/>
              <a:lightRig rig="threePt" dir="t"/>
            </a:scene3d>
          </p:spPr>
          <p:txBody>
            <a:bodyPr anchor="ctr"/>
            <a:lstStyle/>
            <a:p>
              <a:pPr algn="ctr"/>
              <a:endParaRPr dirty="0">
                <a:latin typeface="字魂59号-创粗黑" panose="00000500000000000000" pitchFamily="2" charset="-122"/>
                <a:ea typeface="字魂59号-创粗黑" panose="00000500000000000000" pitchFamily="2" charset="-122"/>
              </a:endParaRPr>
            </a:p>
          </p:txBody>
        </p:sp>
        <p:sp>
          <p:nvSpPr>
            <p:cNvPr id="9" name="íşľîḍe">
              <a:extLst>
                <a:ext uri="{FF2B5EF4-FFF2-40B4-BE49-F238E27FC236}">
                  <a16:creationId xmlns:a16="http://schemas.microsoft.com/office/drawing/2014/main" id="{977C296E-6CE3-4595-8C76-149537D3B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4649" y="2692990"/>
              <a:ext cx="270930" cy="270929"/>
            </a:xfrm>
            <a:custGeom>
              <a:avLst/>
              <a:gdLst>
                <a:gd name="T0" fmla="*/ 118 w 236"/>
                <a:gd name="T1" fmla="*/ 0 h 236"/>
                <a:gd name="T2" fmla="*/ 0 w 236"/>
                <a:gd name="T3" fmla="*/ 118 h 236"/>
                <a:gd name="T4" fmla="*/ 118 w 236"/>
                <a:gd name="T5" fmla="*/ 236 h 236"/>
                <a:gd name="T6" fmla="*/ 236 w 236"/>
                <a:gd name="T7" fmla="*/ 118 h 236"/>
                <a:gd name="T8" fmla="*/ 118 w 236"/>
                <a:gd name="T9" fmla="*/ 0 h 236"/>
                <a:gd name="T10" fmla="*/ 106 w 236"/>
                <a:gd name="T11" fmla="*/ 171 h 236"/>
                <a:gd name="T12" fmla="*/ 54 w 236"/>
                <a:gd name="T13" fmla="*/ 163 h 236"/>
                <a:gd name="T14" fmla="*/ 54 w 236"/>
                <a:gd name="T15" fmla="*/ 121 h 236"/>
                <a:gd name="T16" fmla="*/ 106 w 236"/>
                <a:gd name="T17" fmla="*/ 121 h 236"/>
                <a:gd name="T18" fmla="*/ 106 w 236"/>
                <a:gd name="T19" fmla="*/ 171 h 236"/>
                <a:gd name="T20" fmla="*/ 106 w 236"/>
                <a:gd name="T21" fmla="*/ 114 h 236"/>
                <a:gd name="T22" fmla="*/ 54 w 236"/>
                <a:gd name="T23" fmla="*/ 114 h 236"/>
                <a:gd name="T24" fmla="*/ 54 w 236"/>
                <a:gd name="T25" fmla="*/ 72 h 236"/>
                <a:gd name="T26" fmla="*/ 106 w 236"/>
                <a:gd name="T27" fmla="*/ 64 h 236"/>
                <a:gd name="T28" fmla="*/ 106 w 236"/>
                <a:gd name="T29" fmla="*/ 114 h 236"/>
                <a:gd name="T30" fmla="*/ 182 w 236"/>
                <a:gd name="T31" fmla="*/ 182 h 236"/>
                <a:gd name="T32" fmla="*/ 113 w 236"/>
                <a:gd name="T33" fmla="*/ 172 h 236"/>
                <a:gd name="T34" fmla="*/ 113 w 236"/>
                <a:gd name="T35" fmla="*/ 121 h 236"/>
                <a:gd name="T36" fmla="*/ 182 w 236"/>
                <a:gd name="T37" fmla="*/ 121 h 236"/>
                <a:gd name="T38" fmla="*/ 182 w 236"/>
                <a:gd name="T39" fmla="*/ 182 h 236"/>
                <a:gd name="T40" fmla="*/ 182 w 236"/>
                <a:gd name="T41" fmla="*/ 114 h 236"/>
                <a:gd name="T42" fmla="*/ 113 w 236"/>
                <a:gd name="T43" fmla="*/ 114 h 236"/>
                <a:gd name="T44" fmla="*/ 113 w 236"/>
                <a:gd name="T45" fmla="*/ 63 h 236"/>
                <a:gd name="T46" fmla="*/ 182 w 236"/>
                <a:gd name="T47" fmla="*/ 53 h 236"/>
                <a:gd name="T48" fmla="*/ 182 w 236"/>
                <a:gd name="T49" fmla="*/ 114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36" h="236">
                  <a:moveTo>
                    <a:pt x="118" y="0"/>
                  </a:moveTo>
                  <a:cubicBezTo>
                    <a:pt x="53" y="0"/>
                    <a:pt x="0" y="53"/>
                    <a:pt x="0" y="118"/>
                  </a:cubicBezTo>
                  <a:cubicBezTo>
                    <a:pt x="0" y="183"/>
                    <a:pt x="53" y="236"/>
                    <a:pt x="118" y="236"/>
                  </a:cubicBezTo>
                  <a:cubicBezTo>
                    <a:pt x="183" y="236"/>
                    <a:pt x="236" y="183"/>
                    <a:pt x="236" y="118"/>
                  </a:cubicBezTo>
                  <a:cubicBezTo>
                    <a:pt x="236" y="53"/>
                    <a:pt x="183" y="0"/>
                    <a:pt x="118" y="0"/>
                  </a:cubicBezTo>
                  <a:close/>
                  <a:moveTo>
                    <a:pt x="106" y="171"/>
                  </a:moveTo>
                  <a:cubicBezTo>
                    <a:pt x="54" y="163"/>
                    <a:pt x="54" y="163"/>
                    <a:pt x="54" y="163"/>
                  </a:cubicBezTo>
                  <a:cubicBezTo>
                    <a:pt x="54" y="121"/>
                    <a:pt x="54" y="121"/>
                    <a:pt x="54" y="121"/>
                  </a:cubicBezTo>
                  <a:cubicBezTo>
                    <a:pt x="106" y="121"/>
                    <a:pt x="106" y="121"/>
                    <a:pt x="106" y="121"/>
                  </a:cubicBezTo>
                  <a:lnTo>
                    <a:pt x="106" y="171"/>
                  </a:lnTo>
                  <a:close/>
                  <a:moveTo>
                    <a:pt x="106" y="114"/>
                  </a:moveTo>
                  <a:cubicBezTo>
                    <a:pt x="54" y="114"/>
                    <a:pt x="54" y="114"/>
                    <a:pt x="54" y="114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106" y="64"/>
                    <a:pt x="106" y="64"/>
                    <a:pt x="106" y="64"/>
                  </a:cubicBezTo>
                  <a:lnTo>
                    <a:pt x="106" y="114"/>
                  </a:lnTo>
                  <a:close/>
                  <a:moveTo>
                    <a:pt x="182" y="182"/>
                  </a:moveTo>
                  <a:cubicBezTo>
                    <a:pt x="113" y="172"/>
                    <a:pt x="113" y="172"/>
                    <a:pt x="113" y="172"/>
                  </a:cubicBezTo>
                  <a:cubicBezTo>
                    <a:pt x="113" y="121"/>
                    <a:pt x="113" y="121"/>
                    <a:pt x="113" y="121"/>
                  </a:cubicBezTo>
                  <a:cubicBezTo>
                    <a:pt x="182" y="121"/>
                    <a:pt x="182" y="121"/>
                    <a:pt x="182" y="121"/>
                  </a:cubicBezTo>
                  <a:lnTo>
                    <a:pt x="182" y="182"/>
                  </a:lnTo>
                  <a:close/>
                  <a:moveTo>
                    <a:pt x="182" y="114"/>
                  </a:moveTo>
                  <a:cubicBezTo>
                    <a:pt x="113" y="114"/>
                    <a:pt x="113" y="114"/>
                    <a:pt x="113" y="114"/>
                  </a:cubicBezTo>
                  <a:cubicBezTo>
                    <a:pt x="113" y="63"/>
                    <a:pt x="113" y="63"/>
                    <a:pt x="113" y="63"/>
                  </a:cubicBezTo>
                  <a:cubicBezTo>
                    <a:pt x="182" y="53"/>
                    <a:pt x="182" y="53"/>
                    <a:pt x="182" y="53"/>
                  </a:cubicBezTo>
                  <a:lnTo>
                    <a:pt x="182" y="114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  <a:scene3d>
              <a:camera prst="perspectiveHeroicExtremeRightFacing"/>
              <a:lightRig rig="threePt" dir="t"/>
            </a:scene3d>
          </p:spPr>
          <p:txBody>
            <a:bodyPr anchor="ctr"/>
            <a:lstStyle/>
            <a:p>
              <a:pPr algn="ctr"/>
              <a:endParaRPr dirty="0">
                <a:latin typeface="字魂59号-创粗黑" panose="00000500000000000000" pitchFamily="2" charset="-122"/>
                <a:ea typeface="字魂59号-创粗黑" panose="00000500000000000000" pitchFamily="2" charset="-122"/>
              </a:endParaRPr>
            </a:p>
          </p:txBody>
        </p:sp>
        <p:sp>
          <p:nvSpPr>
            <p:cNvPr id="10" name="ïŝľîḑê">
              <a:extLst>
                <a:ext uri="{FF2B5EF4-FFF2-40B4-BE49-F238E27FC236}">
                  <a16:creationId xmlns:a16="http://schemas.microsoft.com/office/drawing/2014/main" id="{515DB4FC-D2CA-4FD0-AE5E-64F0982F1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0250" y="4554978"/>
              <a:ext cx="270930" cy="270929"/>
            </a:xfrm>
            <a:custGeom>
              <a:avLst/>
              <a:gdLst>
                <a:gd name="T0" fmla="*/ 223 w 228"/>
                <a:gd name="T1" fmla="*/ 95 h 228"/>
                <a:gd name="T2" fmla="*/ 196 w 228"/>
                <a:gd name="T3" fmla="*/ 90 h 228"/>
                <a:gd name="T4" fmla="*/ 189 w 228"/>
                <a:gd name="T5" fmla="*/ 74 h 228"/>
                <a:gd name="T6" fmla="*/ 205 w 228"/>
                <a:gd name="T7" fmla="*/ 50 h 228"/>
                <a:gd name="T8" fmla="*/ 205 w 228"/>
                <a:gd name="T9" fmla="*/ 43 h 228"/>
                <a:gd name="T10" fmla="*/ 185 w 228"/>
                <a:gd name="T11" fmla="*/ 24 h 228"/>
                <a:gd name="T12" fmla="*/ 178 w 228"/>
                <a:gd name="T13" fmla="*/ 23 h 228"/>
                <a:gd name="T14" fmla="*/ 155 w 228"/>
                <a:gd name="T15" fmla="*/ 39 h 228"/>
                <a:gd name="T16" fmla="*/ 138 w 228"/>
                <a:gd name="T17" fmla="*/ 32 h 228"/>
                <a:gd name="T18" fmla="*/ 133 w 228"/>
                <a:gd name="T19" fmla="*/ 5 h 228"/>
                <a:gd name="T20" fmla="*/ 127 w 228"/>
                <a:gd name="T21" fmla="*/ 0 h 228"/>
                <a:gd name="T22" fmla="*/ 100 w 228"/>
                <a:gd name="T23" fmla="*/ 0 h 228"/>
                <a:gd name="T24" fmla="*/ 94 w 228"/>
                <a:gd name="T25" fmla="*/ 5 h 228"/>
                <a:gd name="T26" fmla="*/ 89 w 228"/>
                <a:gd name="T27" fmla="*/ 32 h 228"/>
                <a:gd name="T28" fmla="*/ 73 w 228"/>
                <a:gd name="T29" fmla="*/ 39 h 228"/>
                <a:gd name="T30" fmla="*/ 50 w 228"/>
                <a:gd name="T31" fmla="*/ 23 h 228"/>
                <a:gd name="T32" fmla="*/ 43 w 228"/>
                <a:gd name="T33" fmla="*/ 24 h 228"/>
                <a:gd name="T34" fmla="*/ 23 w 228"/>
                <a:gd name="T35" fmla="*/ 43 h 228"/>
                <a:gd name="T36" fmla="*/ 23 w 228"/>
                <a:gd name="T37" fmla="*/ 51 h 228"/>
                <a:gd name="T38" fmla="*/ 39 w 228"/>
                <a:gd name="T39" fmla="*/ 74 h 228"/>
                <a:gd name="T40" fmla="*/ 32 w 228"/>
                <a:gd name="T41" fmla="*/ 90 h 228"/>
                <a:gd name="T42" fmla="*/ 5 w 228"/>
                <a:gd name="T43" fmla="*/ 95 h 228"/>
                <a:gd name="T44" fmla="*/ 0 w 228"/>
                <a:gd name="T45" fmla="*/ 100 h 228"/>
                <a:gd name="T46" fmla="*/ 0 w 228"/>
                <a:gd name="T47" fmla="*/ 128 h 228"/>
                <a:gd name="T48" fmla="*/ 5 w 228"/>
                <a:gd name="T49" fmla="*/ 134 h 228"/>
                <a:gd name="T50" fmla="*/ 32 w 228"/>
                <a:gd name="T51" fmla="*/ 139 h 228"/>
                <a:gd name="T52" fmla="*/ 39 w 228"/>
                <a:gd name="T53" fmla="*/ 155 h 228"/>
                <a:gd name="T54" fmla="*/ 23 w 228"/>
                <a:gd name="T55" fmla="*/ 178 h 228"/>
                <a:gd name="T56" fmla="*/ 24 w 228"/>
                <a:gd name="T57" fmla="*/ 185 h 228"/>
                <a:gd name="T58" fmla="*/ 43 w 228"/>
                <a:gd name="T59" fmla="*/ 204 h 228"/>
                <a:gd name="T60" fmla="*/ 51 w 228"/>
                <a:gd name="T61" fmla="*/ 205 h 228"/>
                <a:gd name="T62" fmla="*/ 73 w 228"/>
                <a:gd name="T63" fmla="*/ 189 h 228"/>
                <a:gd name="T64" fmla="*/ 89 w 228"/>
                <a:gd name="T65" fmla="*/ 196 h 228"/>
                <a:gd name="T66" fmla="*/ 94 w 228"/>
                <a:gd name="T67" fmla="*/ 223 h 228"/>
                <a:gd name="T68" fmla="*/ 100 w 228"/>
                <a:gd name="T69" fmla="*/ 228 h 228"/>
                <a:gd name="T70" fmla="*/ 127 w 228"/>
                <a:gd name="T71" fmla="*/ 228 h 228"/>
                <a:gd name="T72" fmla="*/ 133 w 228"/>
                <a:gd name="T73" fmla="*/ 223 h 228"/>
                <a:gd name="T74" fmla="*/ 138 w 228"/>
                <a:gd name="T75" fmla="*/ 196 h 228"/>
                <a:gd name="T76" fmla="*/ 154 w 228"/>
                <a:gd name="T77" fmla="*/ 190 h 228"/>
                <a:gd name="T78" fmla="*/ 177 w 228"/>
                <a:gd name="T79" fmla="*/ 205 h 228"/>
                <a:gd name="T80" fmla="*/ 185 w 228"/>
                <a:gd name="T81" fmla="*/ 205 h 228"/>
                <a:gd name="T82" fmla="*/ 204 w 228"/>
                <a:gd name="T83" fmla="*/ 185 h 228"/>
                <a:gd name="T84" fmla="*/ 205 w 228"/>
                <a:gd name="T85" fmla="*/ 178 h 228"/>
                <a:gd name="T86" fmla="*/ 189 w 228"/>
                <a:gd name="T87" fmla="*/ 155 h 228"/>
                <a:gd name="T88" fmla="*/ 196 w 228"/>
                <a:gd name="T89" fmla="*/ 139 h 228"/>
                <a:gd name="T90" fmla="*/ 223 w 228"/>
                <a:gd name="T91" fmla="*/ 134 h 228"/>
                <a:gd name="T92" fmla="*/ 228 w 228"/>
                <a:gd name="T93" fmla="*/ 128 h 228"/>
                <a:gd name="T94" fmla="*/ 228 w 228"/>
                <a:gd name="T95" fmla="*/ 100 h 228"/>
                <a:gd name="T96" fmla="*/ 223 w 228"/>
                <a:gd name="T97" fmla="*/ 95 h 228"/>
                <a:gd name="T98" fmla="*/ 114 w 228"/>
                <a:gd name="T99" fmla="*/ 149 h 228"/>
                <a:gd name="T100" fmla="*/ 79 w 228"/>
                <a:gd name="T101" fmla="*/ 114 h 228"/>
                <a:gd name="T102" fmla="*/ 114 w 228"/>
                <a:gd name="T103" fmla="*/ 79 h 228"/>
                <a:gd name="T104" fmla="*/ 149 w 228"/>
                <a:gd name="T105" fmla="*/ 114 h 228"/>
                <a:gd name="T106" fmla="*/ 114 w 228"/>
                <a:gd name="T107" fmla="*/ 14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228">
                  <a:moveTo>
                    <a:pt x="223" y="95"/>
                  </a:moveTo>
                  <a:cubicBezTo>
                    <a:pt x="196" y="90"/>
                    <a:pt x="196" y="90"/>
                    <a:pt x="196" y="90"/>
                  </a:cubicBezTo>
                  <a:cubicBezTo>
                    <a:pt x="194" y="84"/>
                    <a:pt x="192" y="79"/>
                    <a:pt x="189" y="74"/>
                  </a:cubicBezTo>
                  <a:cubicBezTo>
                    <a:pt x="205" y="50"/>
                    <a:pt x="205" y="50"/>
                    <a:pt x="205" y="50"/>
                  </a:cubicBezTo>
                  <a:cubicBezTo>
                    <a:pt x="207" y="48"/>
                    <a:pt x="206" y="45"/>
                    <a:pt x="205" y="43"/>
                  </a:cubicBezTo>
                  <a:cubicBezTo>
                    <a:pt x="185" y="24"/>
                    <a:pt x="185" y="24"/>
                    <a:pt x="185" y="24"/>
                  </a:cubicBezTo>
                  <a:cubicBezTo>
                    <a:pt x="183" y="22"/>
                    <a:pt x="180" y="21"/>
                    <a:pt x="178" y="23"/>
                  </a:cubicBezTo>
                  <a:cubicBezTo>
                    <a:pt x="155" y="39"/>
                    <a:pt x="155" y="39"/>
                    <a:pt x="155" y="39"/>
                  </a:cubicBezTo>
                  <a:cubicBezTo>
                    <a:pt x="149" y="36"/>
                    <a:pt x="144" y="34"/>
                    <a:pt x="138" y="32"/>
                  </a:cubicBezTo>
                  <a:cubicBezTo>
                    <a:pt x="133" y="5"/>
                    <a:pt x="133" y="5"/>
                    <a:pt x="133" y="5"/>
                  </a:cubicBezTo>
                  <a:cubicBezTo>
                    <a:pt x="133" y="2"/>
                    <a:pt x="130" y="0"/>
                    <a:pt x="127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97" y="0"/>
                    <a:pt x="95" y="2"/>
                    <a:pt x="94" y="5"/>
                  </a:cubicBezTo>
                  <a:cubicBezTo>
                    <a:pt x="89" y="32"/>
                    <a:pt x="89" y="32"/>
                    <a:pt x="89" y="32"/>
                  </a:cubicBezTo>
                  <a:cubicBezTo>
                    <a:pt x="83" y="34"/>
                    <a:pt x="78" y="36"/>
                    <a:pt x="73" y="39"/>
                  </a:cubicBezTo>
                  <a:cubicBezTo>
                    <a:pt x="50" y="23"/>
                    <a:pt x="50" y="23"/>
                    <a:pt x="50" y="23"/>
                  </a:cubicBezTo>
                  <a:cubicBezTo>
                    <a:pt x="48" y="22"/>
                    <a:pt x="45" y="22"/>
                    <a:pt x="43" y="24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2" y="45"/>
                    <a:pt x="21" y="49"/>
                    <a:pt x="23" y="51"/>
                  </a:cubicBezTo>
                  <a:cubicBezTo>
                    <a:pt x="39" y="74"/>
                    <a:pt x="39" y="74"/>
                    <a:pt x="39" y="74"/>
                  </a:cubicBezTo>
                  <a:cubicBezTo>
                    <a:pt x="36" y="79"/>
                    <a:pt x="34" y="84"/>
                    <a:pt x="32" y="90"/>
                  </a:cubicBezTo>
                  <a:cubicBezTo>
                    <a:pt x="5" y="95"/>
                    <a:pt x="5" y="95"/>
                    <a:pt x="5" y="95"/>
                  </a:cubicBezTo>
                  <a:cubicBezTo>
                    <a:pt x="2" y="95"/>
                    <a:pt x="0" y="98"/>
                    <a:pt x="0" y="10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31"/>
                    <a:pt x="2" y="133"/>
                    <a:pt x="5" y="134"/>
                  </a:cubicBezTo>
                  <a:cubicBezTo>
                    <a:pt x="32" y="139"/>
                    <a:pt x="32" y="139"/>
                    <a:pt x="32" y="139"/>
                  </a:cubicBezTo>
                  <a:cubicBezTo>
                    <a:pt x="34" y="144"/>
                    <a:pt x="36" y="150"/>
                    <a:pt x="39" y="155"/>
                  </a:cubicBezTo>
                  <a:cubicBezTo>
                    <a:pt x="23" y="178"/>
                    <a:pt x="23" y="178"/>
                    <a:pt x="23" y="178"/>
                  </a:cubicBezTo>
                  <a:cubicBezTo>
                    <a:pt x="22" y="180"/>
                    <a:pt x="22" y="183"/>
                    <a:pt x="24" y="185"/>
                  </a:cubicBezTo>
                  <a:cubicBezTo>
                    <a:pt x="43" y="204"/>
                    <a:pt x="43" y="204"/>
                    <a:pt x="43" y="204"/>
                  </a:cubicBezTo>
                  <a:cubicBezTo>
                    <a:pt x="45" y="206"/>
                    <a:pt x="48" y="207"/>
                    <a:pt x="51" y="205"/>
                  </a:cubicBezTo>
                  <a:cubicBezTo>
                    <a:pt x="73" y="189"/>
                    <a:pt x="73" y="189"/>
                    <a:pt x="73" y="189"/>
                  </a:cubicBezTo>
                  <a:cubicBezTo>
                    <a:pt x="78" y="192"/>
                    <a:pt x="84" y="194"/>
                    <a:pt x="89" y="196"/>
                  </a:cubicBezTo>
                  <a:cubicBezTo>
                    <a:pt x="94" y="223"/>
                    <a:pt x="94" y="223"/>
                    <a:pt x="94" y="223"/>
                  </a:cubicBezTo>
                  <a:cubicBezTo>
                    <a:pt x="95" y="226"/>
                    <a:pt x="97" y="228"/>
                    <a:pt x="100" y="228"/>
                  </a:cubicBezTo>
                  <a:cubicBezTo>
                    <a:pt x="127" y="228"/>
                    <a:pt x="127" y="228"/>
                    <a:pt x="127" y="228"/>
                  </a:cubicBezTo>
                  <a:cubicBezTo>
                    <a:pt x="130" y="228"/>
                    <a:pt x="133" y="226"/>
                    <a:pt x="133" y="223"/>
                  </a:cubicBezTo>
                  <a:cubicBezTo>
                    <a:pt x="138" y="196"/>
                    <a:pt x="138" y="196"/>
                    <a:pt x="138" y="196"/>
                  </a:cubicBezTo>
                  <a:cubicBezTo>
                    <a:pt x="144" y="194"/>
                    <a:pt x="149" y="192"/>
                    <a:pt x="154" y="190"/>
                  </a:cubicBezTo>
                  <a:cubicBezTo>
                    <a:pt x="177" y="205"/>
                    <a:pt x="177" y="205"/>
                    <a:pt x="177" y="205"/>
                  </a:cubicBezTo>
                  <a:cubicBezTo>
                    <a:pt x="180" y="207"/>
                    <a:pt x="183" y="207"/>
                    <a:pt x="185" y="205"/>
                  </a:cubicBezTo>
                  <a:cubicBezTo>
                    <a:pt x="204" y="185"/>
                    <a:pt x="204" y="185"/>
                    <a:pt x="204" y="185"/>
                  </a:cubicBezTo>
                  <a:cubicBezTo>
                    <a:pt x="206" y="183"/>
                    <a:pt x="206" y="180"/>
                    <a:pt x="205" y="178"/>
                  </a:cubicBezTo>
                  <a:cubicBezTo>
                    <a:pt x="189" y="155"/>
                    <a:pt x="189" y="155"/>
                    <a:pt x="189" y="155"/>
                  </a:cubicBezTo>
                  <a:cubicBezTo>
                    <a:pt x="192" y="150"/>
                    <a:pt x="194" y="144"/>
                    <a:pt x="196" y="139"/>
                  </a:cubicBezTo>
                  <a:cubicBezTo>
                    <a:pt x="223" y="134"/>
                    <a:pt x="223" y="134"/>
                    <a:pt x="223" y="134"/>
                  </a:cubicBezTo>
                  <a:cubicBezTo>
                    <a:pt x="226" y="133"/>
                    <a:pt x="228" y="131"/>
                    <a:pt x="228" y="128"/>
                  </a:cubicBezTo>
                  <a:cubicBezTo>
                    <a:pt x="228" y="100"/>
                    <a:pt x="228" y="100"/>
                    <a:pt x="228" y="100"/>
                  </a:cubicBezTo>
                  <a:cubicBezTo>
                    <a:pt x="228" y="98"/>
                    <a:pt x="226" y="95"/>
                    <a:pt x="223" y="95"/>
                  </a:cubicBezTo>
                  <a:close/>
                  <a:moveTo>
                    <a:pt x="114" y="149"/>
                  </a:moveTo>
                  <a:cubicBezTo>
                    <a:pt x="95" y="149"/>
                    <a:pt x="79" y="133"/>
                    <a:pt x="79" y="114"/>
                  </a:cubicBezTo>
                  <a:cubicBezTo>
                    <a:pt x="79" y="95"/>
                    <a:pt x="95" y="79"/>
                    <a:pt x="114" y="79"/>
                  </a:cubicBezTo>
                  <a:cubicBezTo>
                    <a:pt x="133" y="79"/>
                    <a:pt x="149" y="95"/>
                    <a:pt x="149" y="114"/>
                  </a:cubicBezTo>
                  <a:cubicBezTo>
                    <a:pt x="149" y="133"/>
                    <a:pt x="133" y="149"/>
                    <a:pt x="114" y="149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  <a:scene3d>
              <a:camera prst="perspectiveHeroicExtremeRightFacing"/>
              <a:lightRig rig="threePt" dir="t"/>
            </a:scene3d>
          </p:spPr>
          <p:txBody>
            <a:bodyPr anchor="ctr"/>
            <a:lstStyle/>
            <a:p>
              <a:pPr algn="ctr"/>
              <a:endParaRPr dirty="0">
                <a:latin typeface="字魂59号-创粗黑" panose="00000500000000000000" pitchFamily="2" charset="-122"/>
                <a:ea typeface="字魂59号-创粗黑" panose="00000500000000000000" pitchFamily="2" charset="-122"/>
              </a:endParaRPr>
            </a:p>
          </p:txBody>
        </p:sp>
        <p:sp>
          <p:nvSpPr>
            <p:cNvPr id="11" name="ïṥḻîďé">
              <a:extLst>
                <a:ext uri="{FF2B5EF4-FFF2-40B4-BE49-F238E27FC236}">
                  <a16:creationId xmlns:a16="http://schemas.microsoft.com/office/drawing/2014/main" id="{7AC4B219-43F7-414F-A337-8E68F25D1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1764" y="2508386"/>
              <a:ext cx="270930" cy="270929"/>
            </a:xfrm>
            <a:custGeom>
              <a:avLst/>
              <a:gdLst>
                <a:gd name="T0" fmla="*/ 130 w 236"/>
                <a:gd name="T1" fmla="*/ 1 h 236"/>
                <a:gd name="T2" fmla="*/ 118 w 236"/>
                <a:gd name="T3" fmla="*/ 0 h 236"/>
                <a:gd name="T4" fmla="*/ 30 w 236"/>
                <a:gd name="T5" fmla="*/ 40 h 236"/>
                <a:gd name="T6" fmla="*/ 68 w 236"/>
                <a:gd name="T7" fmla="*/ 105 h 236"/>
                <a:gd name="T8" fmla="*/ 130 w 236"/>
                <a:gd name="T9" fmla="*/ 1 h 236"/>
                <a:gd name="T10" fmla="*/ 20 w 236"/>
                <a:gd name="T11" fmla="*/ 52 h 236"/>
                <a:gd name="T12" fmla="*/ 0 w 236"/>
                <a:gd name="T13" fmla="*/ 118 h 236"/>
                <a:gd name="T14" fmla="*/ 5 w 236"/>
                <a:gd name="T15" fmla="*/ 153 h 236"/>
                <a:gd name="T16" fmla="*/ 81 w 236"/>
                <a:gd name="T17" fmla="*/ 153 h 236"/>
                <a:gd name="T18" fmla="*/ 20 w 236"/>
                <a:gd name="T19" fmla="*/ 52 h 236"/>
                <a:gd name="T20" fmla="*/ 225 w 236"/>
                <a:gd name="T21" fmla="*/ 68 h 236"/>
                <a:gd name="T22" fmla="*/ 145 w 236"/>
                <a:gd name="T23" fmla="*/ 3 h 236"/>
                <a:gd name="T24" fmla="*/ 106 w 236"/>
                <a:gd name="T25" fmla="*/ 68 h 236"/>
                <a:gd name="T26" fmla="*/ 225 w 236"/>
                <a:gd name="T27" fmla="*/ 68 h 236"/>
                <a:gd name="T28" fmla="*/ 130 w 236"/>
                <a:gd name="T29" fmla="*/ 167 h 236"/>
                <a:gd name="T30" fmla="*/ 11 w 236"/>
                <a:gd name="T31" fmla="*/ 167 h 236"/>
                <a:gd name="T32" fmla="*/ 96 w 236"/>
                <a:gd name="T33" fmla="*/ 234 h 236"/>
                <a:gd name="T34" fmla="*/ 93 w 236"/>
                <a:gd name="T35" fmla="*/ 232 h 236"/>
                <a:gd name="T36" fmla="*/ 130 w 236"/>
                <a:gd name="T37" fmla="*/ 167 h 236"/>
                <a:gd name="T38" fmla="*/ 230 w 236"/>
                <a:gd name="T39" fmla="*/ 82 h 236"/>
                <a:gd name="T40" fmla="*/ 155 w 236"/>
                <a:gd name="T41" fmla="*/ 82 h 236"/>
                <a:gd name="T42" fmla="*/ 215 w 236"/>
                <a:gd name="T43" fmla="*/ 186 h 236"/>
                <a:gd name="T44" fmla="*/ 236 w 236"/>
                <a:gd name="T45" fmla="*/ 118 h 236"/>
                <a:gd name="T46" fmla="*/ 230 w 236"/>
                <a:gd name="T47" fmla="*/ 82 h 236"/>
                <a:gd name="T48" fmla="*/ 108 w 236"/>
                <a:gd name="T49" fmla="*/ 236 h 236"/>
                <a:gd name="T50" fmla="*/ 118 w 236"/>
                <a:gd name="T51" fmla="*/ 236 h 236"/>
                <a:gd name="T52" fmla="*/ 205 w 236"/>
                <a:gd name="T53" fmla="*/ 198 h 236"/>
                <a:gd name="T54" fmla="*/ 167 w 236"/>
                <a:gd name="T55" fmla="*/ 132 h 236"/>
                <a:gd name="T56" fmla="*/ 108 w 236"/>
                <a:gd name="T57" fmla="*/ 236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6" h="236">
                  <a:moveTo>
                    <a:pt x="130" y="1"/>
                  </a:moveTo>
                  <a:cubicBezTo>
                    <a:pt x="126" y="0"/>
                    <a:pt x="122" y="0"/>
                    <a:pt x="118" y="0"/>
                  </a:cubicBezTo>
                  <a:cubicBezTo>
                    <a:pt x="83" y="0"/>
                    <a:pt x="51" y="16"/>
                    <a:pt x="30" y="40"/>
                  </a:cubicBezTo>
                  <a:cubicBezTo>
                    <a:pt x="68" y="105"/>
                    <a:pt x="68" y="105"/>
                    <a:pt x="68" y="105"/>
                  </a:cubicBezTo>
                  <a:lnTo>
                    <a:pt x="130" y="1"/>
                  </a:lnTo>
                  <a:close/>
                  <a:moveTo>
                    <a:pt x="20" y="52"/>
                  </a:moveTo>
                  <a:cubicBezTo>
                    <a:pt x="7" y="71"/>
                    <a:pt x="0" y="94"/>
                    <a:pt x="0" y="118"/>
                  </a:cubicBezTo>
                  <a:cubicBezTo>
                    <a:pt x="0" y="130"/>
                    <a:pt x="2" y="142"/>
                    <a:pt x="5" y="153"/>
                  </a:cubicBezTo>
                  <a:cubicBezTo>
                    <a:pt x="81" y="153"/>
                    <a:pt x="81" y="153"/>
                    <a:pt x="81" y="153"/>
                  </a:cubicBezTo>
                  <a:lnTo>
                    <a:pt x="20" y="52"/>
                  </a:lnTo>
                  <a:close/>
                  <a:moveTo>
                    <a:pt x="225" y="68"/>
                  </a:moveTo>
                  <a:cubicBezTo>
                    <a:pt x="210" y="36"/>
                    <a:pt x="180" y="11"/>
                    <a:pt x="145" y="3"/>
                  </a:cubicBezTo>
                  <a:cubicBezTo>
                    <a:pt x="106" y="68"/>
                    <a:pt x="106" y="68"/>
                    <a:pt x="106" y="68"/>
                  </a:cubicBezTo>
                  <a:lnTo>
                    <a:pt x="225" y="68"/>
                  </a:lnTo>
                  <a:close/>
                  <a:moveTo>
                    <a:pt x="130" y="167"/>
                  </a:moveTo>
                  <a:cubicBezTo>
                    <a:pt x="11" y="167"/>
                    <a:pt x="11" y="167"/>
                    <a:pt x="11" y="167"/>
                  </a:cubicBezTo>
                  <a:cubicBezTo>
                    <a:pt x="26" y="201"/>
                    <a:pt x="58" y="227"/>
                    <a:pt x="96" y="234"/>
                  </a:cubicBezTo>
                  <a:cubicBezTo>
                    <a:pt x="93" y="232"/>
                    <a:pt x="93" y="232"/>
                    <a:pt x="93" y="232"/>
                  </a:cubicBezTo>
                  <a:lnTo>
                    <a:pt x="130" y="167"/>
                  </a:lnTo>
                  <a:close/>
                  <a:moveTo>
                    <a:pt x="230" y="82"/>
                  </a:moveTo>
                  <a:cubicBezTo>
                    <a:pt x="155" y="82"/>
                    <a:pt x="155" y="82"/>
                    <a:pt x="155" y="82"/>
                  </a:cubicBezTo>
                  <a:cubicBezTo>
                    <a:pt x="215" y="186"/>
                    <a:pt x="215" y="186"/>
                    <a:pt x="215" y="186"/>
                  </a:cubicBezTo>
                  <a:cubicBezTo>
                    <a:pt x="228" y="167"/>
                    <a:pt x="236" y="143"/>
                    <a:pt x="236" y="118"/>
                  </a:cubicBezTo>
                  <a:cubicBezTo>
                    <a:pt x="236" y="106"/>
                    <a:pt x="234" y="94"/>
                    <a:pt x="230" y="82"/>
                  </a:cubicBezTo>
                  <a:close/>
                  <a:moveTo>
                    <a:pt x="108" y="236"/>
                  </a:moveTo>
                  <a:cubicBezTo>
                    <a:pt x="111" y="236"/>
                    <a:pt x="115" y="236"/>
                    <a:pt x="118" y="236"/>
                  </a:cubicBezTo>
                  <a:cubicBezTo>
                    <a:pt x="152" y="236"/>
                    <a:pt x="183" y="221"/>
                    <a:pt x="205" y="198"/>
                  </a:cubicBezTo>
                  <a:cubicBezTo>
                    <a:pt x="167" y="132"/>
                    <a:pt x="167" y="132"/>
                    <a:pt x="167" y="132"/>
                  </a:cubicBezTo>
                  <a:lnTo>
                    <a:pt x="108" y="236"/>
                  </a:lnTo>
                  <a:close/>
                </a:path>
              </a:pathLst>
            </a:custGeom>
            <a:solidFill>
              <a:schemeClr val="bg1"/>
            </a:solidFill>
            <a:ln w="12700">
              <a:noFill/>
            </a:ln>
            <a:scene3d>
              <a:camera prst="perspectiveHeroicExtremeRightFacing"/>
              <a:lightRig rig="threePt" dir="t"/>
            </a:scene3d>
          </p:spPr>
          <p:txBody>
            <a:bodyPr anchor="ctr"/>
            <a:lstStyle/>
            <a:p>
              <a:pPr algn="ctr"/>
              <a:endParaRPr dirty="0">
                <a:latin typeface="字魂59号-创粗黑" panose="00000500000000000000" pitchFamily="2" charset="-122"/>
                <a:ea typeface="字魂59号-创粗黑" panose="00000500000000000000" pitchFamily="2" charset="-122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BAD1873C-4306-4246-A615-EEFCEB670574}"/>
              </a:ext>
            </a:extLst>
          </p:cNvPr>
          <p:cNvGrpSpPr/>
          <p:nvPr/>
        </p:nvGrpSpPr>
        <p:grpSpPr>
          <a:xfrm>
            <a:off x="7781460" y="2027443"/>
            <a:ext cx="3626769" cy="1165053"/>
            <a:chOff x="8940251" y="5096482"/>
            <a:chExt cx="3626769" cy="1165053"/>
          </a:xfrm>
        </p:grpSpPr>
        <p:sp>
          <p:nvSpPr>
            <p:cNvPr id="60" name="item_title2">
              <a:extLst>
                <a:ext uri="{FF2B5EF4-FFF2-40B4-BE49-F238E27FC236}">
                  <a16:creationId xmlns:a16="http://schemas.microsoft.com/office/drawing/2014/main" id="{F3C1F166-12F2-4DFB-A193-A44CD3079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0251" y="5096482"/>
              <a:ext cx="362676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Simulation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61" name="item_content2">
              <a:extLst>
                <a:ext uri="{FF2B5EF4-FFF2-40B4-BE49-F238E27FC236}">
                  <a16:creationId xmlns:a16="http://schemas.microsoft.com/office/drawing/2014/main" id="{C223EFA0-2261-4D78-9F7C-3EED9DB5B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5" y="5556414"/>
              <a:ext cx="3476995" cy="70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Artificial atoms for quantum systems</a:t>
              </a: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03F76F26-948F-407A-A29C-08E39495E063}"/>
              </a:ext>
            </a:extLst>
          </p:cNvPr>
          <p:cNvGrpSpPr/>
          <p:nvPr/>
        </p:nvGrpSpPr>
        <p:grpSpPr>
          <a:xfrm>
            <a:off x="7781460" y="4486701"/>
            <a:ext cx="3626769" cy="1165053"/>
            <a:chOff x="8940251" y="5096482"/>
            <a:chExt cx="3626769" cy="1165053"/>
          </a:xfrm>
        </p:grpSpPr>
        <p:sp>
          <p:nvSpPr>
            <p:cNvPr id="63" name="item_title4">
              <a:extLst>
                <a:ext uri="{FF2B5EF4-FFF2-40B4-BE49-F238E27FC236}">
                  <a16:creationId xmlns:a16="http://schemas.microsoft.com/office/drawing/2014/main" id="{166A992C-8E76-49EF-AF08-01BC3FBFC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0251" y="5096482"/>
              <a:ext cx="362676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Research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64" name="item_content4">
              <a:extLst>
                <a:ext uri="{FF2B5EF4-FFF2-40B4-BE49-F238E27FC236}">
                  <a16:creationId xmlns:a16="http://schemas.microsoft.com/office/drawing/2014/main" id="{73225F50-4548-4E3F-9222-E1EECF69C4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5" y="5556414"/>
              <a:ext cx="3476995" cy="70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Platform for quantum experiments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B2645462-2A35-4B97-B894-B42F51F9A18A}"/>
              </a:ext>
            </a:extLst>
          </p:cNvPr>
          <p:cNvGrpSpPr/>
          <p:nvPr/>
        </p:nvGrpSpPr>
        <p:grpSpPr>
          <a:xfrm>
            <a:off x="936366" y="2027443"/>
            <a:ext cx="3483395" cy="1165053"/>
            <a:chOff x="9090025" y="5096482"/>
            <a:chExt cx="3483395" cy="1165053"/>
          </a:xfrm>
        </p:grpSpPr>
        <p:sp>
          <p:nvSpPr>
            <p:cNvPr id="66" name="item_title1">
              <a:extLst>
                <a:ext uri="{FF2B5EF4-FFF2-40B4-BE49-F238E27FC236}">
                  <a16:creationId xmlns:a16="http://schemas.microsoft.com/office/drawing/2014/main" id="{704E1CA6-1679-4045-99CF-6E0841DAC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7759" y="5096482"/>
              <a:ext cx="3365661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Quantum Bits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67" name="item_content1">
              <a:extLst>
                <a:ext uri="{FF2B5EF4-FFF2-40B4-BE49-F238E27FC236}">
                  <a16:creationId xmlns:a16="http://schemas.microsoft.com/office/drawing/2014/main" id="{624A246F-1A9C-4FF2-89EF-F2B17747E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5" y="5556414"/>
              <a:ext cx="3476995" cy="70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r"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Superconducting qubits for computing</a:t>
              </a: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4776A7F8-8295-410F-A358-38960B4EE0BB}"/>
              </a:ext>
            </a:extLst>
          </p:cNvPr>
          <p:cNvGrpSpPr/>
          <p:nvPr/>
        </p:nvGrpSpPr>
        <p:grpSpPr>
          <a:xfrm>
            <a:off x="936366" y="4486701"/>
            <a:ext cx="3550393" cy="1165053"/>
            <a:chOff x="9090025" y="5096482"/>
            <a:chExt cx="3550393" cy="1165053"/>
          </a:xfrm>
        </p:grpSpPr>
        <p:sp>
          <p:nvSpPr>
            <p:cNvPr id="69" name="item_title3">
              <a:extLst>
                <a:ext uri="{FF2B5EF4-FFF2-40B4-BE49-F238E27FC236}">
                  <a16:creationId xmlns:a16="http://schemas.microsoft.com/office/drawing/2014/main" id="{BEC96C35-EFBA-4F99-A9B7-B6D0180985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45860" y="5096482"/>
              <a:ext cx="3394558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200" b="1" dirty="0">
                  <a:latin typeface="思源黑体 CN Normal" panose="020B0400000000000000" pitchFamily="34" charset="-122"/>
                  <a:ea typeface="思源黑体 CN Normal" panose="020B0400000000000000" pitchFamily="34" charset="-122"/>
                  <a:sym typeface="方正兰亭黑_GBK" panose="02000000000000000000" pitchFamily="2" charset="-122"/>
                </a:rPr>
                <a:t>Technology</a:t>
              </a:r>
              <a:endParaRPr lang="en-US" sz="2200" b="1" dirty="0">
                <a:latin typeface="思源黑体 CN Normal" panose="020B0400000000000000" pitchFamily="34" charset="-122"/>
                <a:ea typeface="思源黑体 CN Normal" panose="020B0400000000000000" pitchFamily="34" charset="-122"/>
                <a:sym typeface="方正兰亭黑_GBK" panose="02000000000000000000" pitchFamily="2" charset="-122"/>
              </a:endParaRPr>
            </a:p>
          </p:txBody>
        </p:sp>
        <p:sp>
          <p:nvSpPr>
            <p:cNvPr id="70" name="item_content3">
              <a:extLst>
                <a:ext uri="{FF2B5EF4-FFF2-40B4-BE49-F238E27FC236}">
                  <a16:creationId xmlns:a16="http://schemas.microsoft.com/office/drawing/2014/main" id="{6AEA9CE5-D643-4999-A08A-9456E9289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0025" y="5556414"/>
              <a:ext cx="3476995" cy="7051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31" tIns="45716" rIns="91431" bIns="45716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anose="02000000000000000000" pitchFamily="2" charset="-122"/>
                  <a:ea typeface="方正兰亭黑_GBK" panose="02000000000000000000" pitchFamily="2" charset="-122"/>
                  <a:sym typeface="Calibri" panose="020F0502020204030204" pitchFamily="34" charset="0"/>
                </a:defRPr>
              </a:lvl9pPr>
            </a:lstStyle>
            <a:p>
              <a:pPr algn="r">
                <a:lnSpc>
                  <a:spcPct val="150000"/>
                </a:lnSpc>
                <a:buNone/>
              </a:pPr>
              <a:r>
                <a:rPr lang="zh-CN" altLang="en-US" sz="1400" dirty="0"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New quantum devices and sensors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5F4521D3-F543-4CED-94B6-89C97078F7D7}"/>
              </a:ext>
            </a:extLst>
          </p:cNvPr>
          <p:cNvGrpSpPr/>
          <p:nvPr/>
        </p:nvGrpSpPr>
        <p:grpSpPr>
          <a:xfrm>
            <a:off x="385011" y="504250"/>
            <a:ext cx="10727488" cy="584775"/>
            <a:chOff x="385011" y="504250"/>
            <a:chExt cx="10727488" cy="584775"/>
          </a:xfrm>
        </p:grpSpPr>
        <p:sp>
          <p:nvSpPr>
            <p:cNvPr id="46" name="title">
              <a:extLst>
                <a:ext uri="{FF2B5EF4-FFF2-40B4-BE49-F238E27FC236}">
                  <a16:creationId xmlns:a16="http://schemas.microsoft.com/office/drawing/2014/main" id="{EA795127-0B43-42E1-B489-0B2A13A0CA8E}"/>
                </a:ext>
              </a:extLst>
            </p:cNvPr>
            <p:cNvSpPr txBox="1"/>
            <p:nvPr/>
          </p:nvSpPr>
          <p:spPr>
            <a:xfrm>
              <a:off x="1094286" y="504250"/>
              <a:ext cx="100182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Practical Applications</a:t>
              </a: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BEF67B5D-FF55-41F9-B06B-F59AA3546CF7}"/>
                </a:ext>
              </a:extLst>
            </p:cNvPr>
            <p:cNvSpPr/>
            <p:nvPr/>
          </p:nvSpPr>
          <p:spPr>
            <a:xfrm>
              <a:off x="385011" y="504250"/>
              <a:ext cx="584775" cy="5847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>
            <a:extLst>
              <a:ext uri="{FF2B5EF4-FFF2-40B4-BE49-F238E27FC236}">
                <a16:creationId xmlns:a16="http://schemas.microsoft.com/office/drawing/2014/main" id="{A03B64E7-2A5B-F8A8-0870-3725EE785F7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/>
          </a:p>
          <a:p>
            <a:r>
              <a:rPr>
                <a:latin typeface="PingFang SC"/>
              </a:rPr>
              <a:t>1972 Nobel Prize: Bardeen, Cooper, Schrieffer - Superconductivity theory</a:t>
            </a:r>
          </a:p>
          <a:p>
            <a:r>
              <a:rPr>
                <a:latin typeface="PingFang SC"/>
              </a:rPr>
              <a:t>1973 Nobel Prize: Josephson - Josephson junction predictions</a:t>
            </a:r>
          </a:p>
          <a:p>
            <a:r>
              <a:rPr>
                <a:latin typeface="PingFang SC"/>
              </a:rPr>
              <a:t>2003 Nobel Prize: Leggett - Macroscopic quantum phenomena theory</a:t>
            </a:r>
          </a:p>
          <a:p>
            <a:r>
              <a:rPr>
                <a:latin typeface="PingFang SC"/>
              </a:rPr>
              <a:t>2025 builds on this foundation with experimental verification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8D408F1-42B9-F973-814A-C363DA5A6DF6}"/>
              </a:ext>
            </a:extLst>
          </p:cNvPr>
          <p:cNvGrpSpPr/>
          <p:nvPr/>
        </p:nvGrpSpPr>
        <p:grpSpPr>
          <a:xfrm>
            <a:off x="385011" y="504250"/>
            <a:ext cx="10968788" cy="584775"/>
            <a:chOff x="385011" y="504250"/>
            <a:chExt cx="10968788" cy="584775"/>
          </a:xfrm>
        </p:grpSpPr>
        <p:sp>
          <p:nvSpPr>
            <p:cNvPr id="10" name="title">
              <a:extLst>
                <a:ext uri="{FF2B5EF4-FFF2-40B4-BE49-F238E27FC236}">
                  <a16:creationId xmlns:a16="http://schemas.microsoft.com/office/drawing/2014/main" id="{D6106DE2-177A-A2D1-EA45-521DB2096383}"/>
                </a:ext>
              </a:extLst>
            </p:cNvPr>
            <p:cNvSpPr txBox="1"/>
            <p:nvPr/>
          </p:nvSpPr>
          <p:spPr>
            <a:xfrm>
              <a:off x="1094286" y="504250"/>
              <a:ext cx="102595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Historical Context</a:t>
              </a: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4BFCB09-6D1D-932E-FEF1-AA060792B6E3}"/>
                </a:ext>
              </a:extLst>
            </p:cNvPr>
            <p:cNvSpPr/>
            <p:nvPr/>
          </p:nvSpPr>
          <p:spPr>
            <a:xfrm>
              <a:off x="385011" y="504250"/>
              <a:ext cx="584775" cy="5847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ïŝliďê">
            <a:extLst>
              <a:ext uri="{FF2B5EF4-FFF2-40B4-BE49-F238E27FC236}">
                <a16:creationId xmlns:a16="http://schemas.microsoft.com/office/drawing/2014/main" id="{C16371ED-7183-4BA1-FDDE-C89F8E1C8949}"/>
              </a:ext>
            </a:extLst>
          </p:cNvPr>
          <p:cNvSpPr/>
          <p:nvPr/>
        </p:nvSpPr>
        <p:spPr>
          <a:xfrm rot="9293031">
            <a:off x="7935210" y="5963823"/>
            <a:ext cx="4122207" cy="1755429"/>
          </a:xfrm>
          <a:custGeom>
            <a:avLst/>
            <a:gdLst>
              <a:gd name="connsiteX0" fmla="*/ 4122208 w 4122207"/>
              <a:gd name="connsiteY0" fmla="*/ 1684350 h 1755429"/>
              <a:gd name="connsiteX1" fmla="*/ 3338009 w 4122207"/>
              <a:gd name="connsiteY1" fmla="*/ 1643275 h 1755429"/>
              <a:gd name="connsiteX2" fmla="*/ 3029514 w 4122207"/>
              <a:gd name="connsiteY2" fmla="*/ 1450137 h 1755429"/>
              <a:gd name="connsiteX3" fmla="*/ 2596340 w 4122207"/>
              <a:gd name="connsiteY3" fmla="*/ 1208933 h 1755429"/>
              <a:gd name="connsiteX4" fmla="*/ 1629783 w 4122207"/>
              <a:gd name="connsiteY4" fmla="*/ 1354297 h 1755429"/>
              <a:gd name="connsiteX5" fmla="*/ 674295 w 4122207"/>
              <a:gd name="connsiteY5" fmla="*/ 1500243 h 1755429"/>
              <a:gd name="connsiteX6" fmla="*/ 33710 w 4122207"/>
              <a:gd name="connsiteY6" fmla="*/ 695646 h 1755429"/>
              <a:gd name="connsiteX7" fmla="*/ 66337 w 4122207"/>
              <a:gd name="connsiteY7" fmla="*/ 0 h 1755429"/>
              <a:gd name="connsiteX8" fmla="*/ 52063 w 4122207"/>
              <a:gd name="connsiteY8" fmla="*/ 0 h 1755429"/>
              <a:gd name="connsiteX9" fmla="*/ 20019 w 4122207"/>
              <a:gd name="connsiteY9" fmla="*/ 697977 h 1755429"/>
              <a:gd name="connsiteX10" fmla="*/ 670508 w 4122207"/>
              <a:gd name="connsiteY10" fmla="*/ 1513934 h 1755429"/>
              <a:gd name="connsiteX11" fmla="*/ 1634735 w 4122207"/>
              <a:gd name="connsiteY11" fmla="*/ 1367697 h 1755429"/>
              <a:gd name="connsiteX12" fmla="*/ 2592262 w 4122207"/>
              <a:gd name="connsiteY12" fmla="*/ 1222625 h 1755429"/>
              <a:gd name="connsiteX13" fmla="*/ 3021358 w 4122207"/>
              <a:gd name="connsiteY13" fmla="*/ 1461790 h 1755429"/>
              <a:gd name="connsiteX14" fmla="*/ 3331891 w 4122207"/>
              <a:gd name="connsiteY14" fmla="*/ 1656093 h 1755429"/>
              <a:gd name="connsiteX15" fmla="*/ 3781961 w 4122207"/>
              <a:gd name="connsiteY15" fmla="*/ 1755429 h 1755429"/>
              <a:gd name="connsiteX16" fmla="*/ 4122208 w 4122207"/>
              <a:gd name="connsiteY16" fmla="*/ 1699498 h 1755429"/>
              <a:gd name="connsiteX17" fmla="*/ 4122208 w 4122207"/>
              <a:gd name="connsiteY17" fmla="*/ 1684350 h 175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22207" h="1755429">
                <a:moveTo>
                  <a:pt x="4122208" y="1684350"/>
                </a:moveTo>
                <a:cubicBezTo>
                  <a:pt x="3869644" y="1772325"/>
                  <a:pt x="3579502" y="1757760"/>
                  <a:pt x="3338009" y="1643275"/>
                </a:cubicBezTo>
                <a:cubicBezTo>
                  <a:pt x="3229060" y="1591422"/>
                  <a:pt x="3127685" y="1519760"/>
                  <a:pt x="3029514" y="1450137"/>
                </a:cubicBezTo>
                <a:cubicBezTo>
                  <a:pt x="2895222" y="1354879"/>
                  <a:pt x="2756268" y="1256417"/>
                  <a:pt x="2596340" y="1208933"/>
                </a:cubicBezTo>
                <a:cubicBezTo>
                  <a:pt x="2277068" y="1114258"/>
                  <a:pt x="1947891" y="1236316"/>
                  <a:pt x="1629783" y="1354297"/>
                </a:cubicBezTo>
                <a:cubicBezTo>
                  <a:pt x="1314588" y="1471112"/>
                  <a:pt x="988616" y="1592005"/>
                  <a:pt x="674295" y="1500243"/>
                </a:cubicBezTo>
                <a:cubicBezTo>
                  <a:pt x="307831" y="1393332"/>
                  <a:pt x="88476" y="1019000"/>
                  <a:pt x="33710" y="695646"/>
                </a:cubicBezTo>
                <a:cubicBezTo>
                  <a:pt x="-5907" y="460560"/>
                  <a:pt x="18854" y="220230"/>
                  <a:pt x="66337" y="0"/>
                </a:cubicBezTo>
                <a:lnTo>
                  <a:pt x="52063" y="0"/>
                </a:lnTo>
                <a:cubicBezTo>
                  <a:pt x="4580" y="220812"/>
                  <a:pt x="-19890" y="462016"/>
                  <a:pt x="20019" y="697977"/>
                </a:cubicBezTo>
                <a:cubicBezTo>
                  <a:pt x="75367" y="1025700"/>
                  <a:pt x="298217" y="1405276"/>
                  <a:pt x="670508" y="1513934"/>
                </a:cubicBezTo>
                <a:cubicBezTo>
                  <a:pt x="989198" y="1606862"/>
                  <a:pt x="1317502" y="1485386"/>
                  <a:pt x="1634735" y="1367697"/>
                </a:cubicBezTo>
                <a:cubicBezTo>
                  <a:pt x="1950804" y="1250591"/>
                  <a:pt x="2277359" y="1129406"/>
                  <a:pt x="2592262" y="1222625"/>
                </a:cubicBezTo>
                <a:cubicBezTo>
                  <a:pt x="2750151" y="1269526"/>
                  <a:pt x="2887939" y="1367114"/>
                  <a:pt x="3021358" y="1461790"/>
                </a:cubicBezTo>
                <a:cubicBezTo>
                  <a:pt x="3119820" y="1531704"/>
                  <a:pt x="3221777" y="1603657"/>
                  <a:pt x="3331891" y="1656093"/>
                </a:cubicBezTo>
                <a:cubicBezTo>
                  <a:pt x="3471136" y="1722220"/>
                  <a:pt x="3626694" y="1755429"/>
                  <a:pt x="3781961" y="1755429"/>
                </a:cubicBezTo>
                <a:cubicBezTo>
                  <a:pt x="3897610" y="1755429"/>
                  <a:pt x="4013259" y="1736786"/>
                  <a:pt x="4122208" y="1699498"/>
                </a:cubicBezTo>
                <a:lnTo>
                  <a:pt x="4122208" y="1684350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3" name="ï$1iďê">
            <a:extLst>
              <a:ext uri="{FF2B5EF4-FFF2-40B4-BE49-F238E27FC236}">
                <a16:creationId xmlns:a16="http://schemas.microsoft.com/office/drawing/2014/main" id="{EB29B91D-D67A-24DE-1D3C-E4D71C8F2BC5}"/>
              </a:ext>
            </a:extLst>
          </p:cNvPr>
          <p:cNvSpPr/>
          <p:nvPr/>
        </p:nvSpPr>
        <p:spPr>
          <a:xfrm rot="16200000" flipV="1">
            <a:off x="10959570" y="3729022"/>
            <a:ext cx="1625600" cy="812800"/>
          </a:xfrm>
          <a:custGeom>
            <a:avLst/>
            <a:gdLst>
              <a:gd name="connsiteX0" fmla="*/ 0 w 1625600"/>
              <a:gd name="connsiteY0" fmla="*/ 0 h 812800"/>
              <a:gd name="connsiteX1" fmla="*/ 146743 w 1625600"/>
              <a:gd name="connsiteY1" fmla="*/ 0 h 812800"/>
              <a:gd name="connsiteX2" fmla="*/ 812800 w 1625600"/>
              <a:gd name="connsiteY2" fmla="*/ 666057 h 812800"/>
              <a:gd name="connsiteX3" fmla="*/ 1478857 w 1625600"/>
              <a:gd name="connsiteY3" fmla="*/ 0 h 812800"/>
              <a:gd name="connsiteX4" fmla="*/ 1625600 w 1625600"/>
              <a:gd name="connsiteY4" fmla="*/ 0 h 812800"/>
              <a:gd name="connsiteX5" fmla="*/ 812800 w 1625600"/>
              <a:gd name="connsiteY5" fmla="*/ 812800 h 812800"/>
              <a:gd name="connsiteX6" fmla="*/ 0 w 1625600"/>
              <a:gd name="connsiteY6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0" h="812800">
                <a:moveTo>
                  <a:pt x="0" y="0"/>
                </a:moveTo>
                <a:lnTo>
                  <a:pt x="146743" y="0"/>
                </a:lnTo>
                <a:cubicBezTo>
                  <a:pt x="146743" y="367853"/>
                  <a:pt x="444947" y="666057"/>
                  <a:pt x="812800" y="666057"/>
                </a:cubicBezTo>
                <a:cubicBezTo>
                  <a:pt x="1180653" y="666057"/>
                  <a:pt x="1478857" y="367853"/>
                  <a:pt x="1478857" y="0"/>
                </a:cubicBezTo>
                <a:lnTo>
                  <a:pt x="1625600" y="0"/>
                </a:lnTo>
                <a:cubicBezTo>
                  <a:pt x="1625600" y="448897"/>
                  <a:pt x="1261697" y="812800"/>
                  <a:pt x="812800" y="812800"/>
                </a:cubicBezTo>
                <a:cubicBezTo>
                  <a:pt x="363903" y="812800"/>
                  <a:pt x="0" y="448897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îṥ1íḓé">
            <a:extLst>
              <a:ext uri="{FF2B5EF4-FFF2-40B4-BE49-F238E27FC236}">
                <a16:creationId xmlns:a16="http://schemas.microsoft.com/office/drawing/2014/main" id="{6992D5F6-5AEA-550A-4EEA-22BF6E653419}"/>
              </a:ext>
            </a:extLst>
          </p:cNvPr>
          <p:cNvSpPr/>
          <p:nvPr/>
        </p:nvSpPr>
        <p:spPr>
          <a:xfrm>
            <a:off x="10575004" y="4716392"/>
            <a:ext cx="943896" cy="24254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15" name="îSḻiḋé">
            <a:extLst>
              <a:ext uri="{FF2B5EF4-FFF2-40B4-BE49-F238E27FC236}">
                <a16:creationId xmlns:a16="http://schemas.microsoft.com/office/drawing/2014/main" id="{116BECEB-01A7-F8FA-FD85-67D74A79B3DC}"/>
              </a:ext>
            </a:extLst>
          </p:cNvPr>
          <p:cNvSpPr/>
          <p:nvPr/>
        </p:nvSpPr>
        <p:spPr>
          <a:xfrm flipV="1">
            <a:off x="0" y="-15947"/>
            <a:ext cx="617828" cy="3175126"/>
          </a:xfrm>
          <a:custGeom>
            <a:avLst/>
            <a:gdLst>
              <a:gd name="connsiteX0" fmla="*/ 0 w 471948"/>
              <a:gd name="connsiteY0" fmla="*/ 2425423 h 2425423"/>
              <a:gd name="connsiteX1" fmla="*/ 471948 w 471948"/>
              <a:gd name="connsiteY1" fmla="*/ 1953475 h 2425423"/>
              <a:gd name="connsiteX2" fmla="*/ 471948 w 471948"/>
              <a:gd name="connsiteY2" fmla="*/ 471948 h 2425423"/>
              <a:gd name="connsiteX3" fmla="*/ 0 w 471948"/>
              <a:gd name="connsiteY3" fmla="*/ 0 h 24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" h="2425423">
                <a:moveTo>
                  <a:pt x="0" y="2425423"/>
                </a:moveTo>
                <a:cubicBezTo>
                  <a:pt x="260650" y="2425423"/>
                  <a:pt x="471948" y="2214125"/>
                  <a:pt x="471948" y="1953475"/>
                </a:cubicBezTo>
                <a:lnTo>
                  <a:pt x="471948" y="471948"/>
                </a:lnTo>
                <a:cubicBezTo>
                  <a:pt x="471948" y="211298"/>
                  <a:pt x="260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"/>
          <p:cNvSpPr txBox="1">
            <a:spLocks noChangeArrowheads="1"/>
          </p:cNvSpPr>
          <p:nvPr/>
        </p:nvSpPr>
        <p:spPr bwMode="auto">
          <a:xfrm>
            <a:off x="3322430" y="3271822"/>
            <a:ext cx="556341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Conclusion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776B01E-CE9F-E483-94E2-AD9AA890244E}"/>
              </a:ext>
            </a:extLst>
          </p:cNvPr>
          <p:cNvGrpSpPr/>
          <p:nvPr/>
        </p:nvGrpSpPr>
        <p:grpSpPr>
          <a:xfrm>
            <a:off x="5258884" y="1354667"/>
            <a:ext cx="1690508" cy="1690508"/>
            <a:chOff x="5254932" y="1151031"/>
            <a:chExt cx="1690508" cy="1690508"/>
          </a:xfrm>
        </p:grpSpPr>
        <p:sp>
          <p:nvSpPr>
            <p:cNvPr id="30" name="îśḻiďè">
              <a:extLst>
                <a:ext uri="{FF2B5EF4-FFF2-40B4-BE49-F238E27FC236}">
                  <a16:creationId xmlns:a16="http://schemas.microsoft.com/office/drawing/2014/main" id="{189FFE6D-9BB7-D63F-4A4A-F8B436D67321}"/>
                </a:ext>
              </a:extLst>
            </p:cNvPr>
            <p:cNvSpPr/>
            <p:nvPr/>
          </p:nvSpPr>
          <p:spPr>
            <a:xfrm rot="5400000" flipH="1">
              <a:off x="5254932" y="1151031"/>
              <a:ext cx="1690508" cy="1690508"/>
            </a:xfrm>
            <a:prstGeom prst="ellipse">
              <a:avLst/>
            </a:prstGeom>
            <a:gradFill flip="none" rotWithShape="1">
              <a:gsLst>
                <a:gs pos="0">
                  <a:schemeClr val="accent3"/>
                </a:gs>
                <a:gs pos="100000">
                  <a:schemeClr val="accent1">
                    <a:alpha val="0"/>
                  </a:schemeClr>
                </a:gs>
              </a:gsLst>
              <a:lin ang="108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  <p:sp>
          <p:nvSpPr>
            <p:cNvPr id="38" name="section_no"/>
            <p:cNvSpPr>
              <a:spLocks noChangeArrowheads="1"/>
            </p:cNvSpPr>
            <p:nvPr/>
          </p:nvSpPr>
          <p:spPr bwMode="auto">
            <a:xfrm>
              <a:off x="5558156" y="1434368"/>
              <a:ext cx="1091966" cy="1123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6000" b="1" dirty="0">
                  <a:solidFill>
                    <a:schemeClr val="bg1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Arial" panose="020B0604020202020204" pitchFamily="34" charset="0"/>
                </a:rPr>
                <a:t>05</a:t>
              </a:r>
            </a:p>
          </p:txBody>
        </p:sp>
      </p:grpSp>
      <p:sp>
        <p:nvSpPr>
          <p:cNvPr id="18" name="subtitle">
            <a:extLst>
              <a:ext uri="{FF2B5EF4-FFF2-40B4-BE49-F238E27FC236}">
                <a16:creationId xmlns:a16="http://schemas.microsoft.com/office/drawing/2014/main" id="{B8A180D0-ED00-4497-8C88-B3FB1A6817F4}"/>
              </a:ext>
            </a:extLst>
          </p:cNvPr>
          <p:cNvSpPr txBox="1"/>
          <p:nvPr/>
        </p:nvSpPr>
        <p:spPr>
          <a:xfrm>
            <a:off x="3542284" y="4457956"/>
            <a:ext cx="5107432" cy="5168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思源宋体 CN" panose="02020400000000000000" pitchFamily="18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Future Directions</a:t>
            </a:r>
          </a:p>
        </p:txBody>
      </p:sp>
      <p:sp>
        <p:nvSpPr>
          <p:cNvPr id="58" name="iconfont-1192-812027">
            <a:extLst>
              <a:ext uri="{FF2B5EF4-FFF2-40B4-BE49-F238E27FC236}">
                <a16:creationId xmlns:a16="http://schemas.microsoft.com/office/drawing/2014/main" id="{F0CA0E6C-2384-46DA-AF08-95A639F368C0}"/>
              </a:ext>
            </a:extLst>
          </p:cNvPr>
          <p:cNvSpPr/>
          <p:nvPr/>
        </p:nvSpPr>
        <p:spPr>
          <a:xfrm>
            <a:off x="11105838" y="676585"/>
            <a:ext cx="413062" cy="412440"/>
          </a:xfrm>
          <a:custGeom>
            <a:avLst/>
            <a:gdLst>
              <a:gd name="connsiteX0" fmla="*/ 445247 w 609262"/>
              <a:gd name="connsiteY0" fmla="*/ 196101 h 608345"/>
              <a:gd name="connsiteX1" fmla="*/ 577480 w 609262"/>
              <a:gd name="connsiteY1" fmla="*/ 196101 h 608345"/>
              <a:gd name="connsiteX2" fmla="*/ 609262 w 609262"/>
              <a:gd name="connsiteY2" fmla="*/ 227930 h 608345"/>
              <a:gd name="connsiteX3" fmla="*/ 609262 w 609262"/>
              <a:gd name="connsiteY3" fmla="*/ 576612 h 608345"/>
              <a:gd name="connsiteX4" fmla="*/ 577480 w 609262"/>
              <a:gd name="connsiteY4" fmla="*/ 608345 h 608345"/>
              <a:gd name="connsiteX5" fmla="*/ 228262 w 609262"/>
              <a:gd name="connsiteY5" fmla="*/ 608345 h 608345"/>
              <a:gd name="connsiteX6" fmla="*/ 196384 w 609262"/>
              <a:gd name="connsiteY6" fmla="*/ 576612 h 608345"/>
              <a:gd name="connsiteX7" fmla="*/ 196384 w 609262"/>
              <a:gd name="connsiteY7" fmla="*/ 444582 h 608345"/>
              <a:gd name="connsiteX8" fmla="*/ 260044 w 609262"/>
              <a:gd name="connsiteY8" fmla="*/ 444582 h 608345"/>
              <a:gd name="connsiteX9" fmla="*/ 260044 w 609262"/>
              <a:gd name="connsiteY9" fmla="*/ 544878 h 608345"/>
              <a:gd name="connsiteX10" fmla="*/ 545698 w 609262"/>
              <a:gd name="connsiteY10" fmla="*/ 544878 h 608345"/>
              <a:gd name="connsiteX11" fmla="*/ 545698 w 609262"/>
              <a:gd name="connsiteY11" fmla="*/ 259664 h 608345"/>
              <a:gd name="connsiteX12" fmla="*/ 445247 w 609262"/>
              <a:gd name="connsiteY12" fmla="*/ 259664 h 608345"/>
              <a:gd name="connsiteX13" fmla="*/ 19936 w 609262"/>
              <a:gd name="connsiteY13" fmla="*/ 0 h 608345"/>
              <a:gd name="connsiteX14" fmla="*/ 382922 w 609262"/>
              <a:gd name="connsiteY14" fmla="*/ 0 h 608345"/>
              <a:gd name="connsiteX15" fmla="*/ 402858 w 609262"/>
              <a:gd name="connsiteY15" fmla="*/ 19908 h 608345"/>
              <a:gd name="connsiteX16" fmla="*/ 402858 w 609262"/>
              <a:gd name="connsiteY16" fmla="*/ 382386 h 608345"/>
              <a:gd name="connsiteX17" fmla="*/ 382922 w 609262"/>
              <a:gd name="connsiteY17" fmla="*/ 402294 h 608345"/>
              <a:gd name="connsiteX18" fmla="*/ 19936 w 609262"/>
              <a:gd name="connsiteY18" fmla="*/ 402294 h 608345"/>
              <a:gd name="connsiteX19" fmla="*/ 0 w 609262"/>
              <a:gd name="connsiteY19" fmla="*/ 382386 h 608345"/>
              <a:gd name="connsiteX20" fmla="*/ 0 w 609262"/>
              <a:gd name="connsiteY20" fmla="*/ 19908 h 608345"/>
              <a:gd name="connsiteX21" fmla="*/ 19936 w 609262"/>
              <a:gd name="connsiteY21" fmla="*/ 0 h 60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262" h="608345">
                <a:moveTo>
                  <a:pt x="445247" y="196101"/>
                </a:moveTo>
                <a:lnTo>
                  <a:pt x="577480" y="196101"/>
                </a:lnTo>
                <a:cubicBezTo>
                  <a:pt x="595008" y="196101"/>
                  <a:pt x="609262" y="210333"/>
                  <a:pt x="609262" y="227930"/>
                </a:cubicBezTo>
                <a:lnTo>
                  <a:pt x="609262" y="576612"/>
                </a:lnTo>
                <a:cubicBezTo>
                  <a:pt x="609262" y="594113"/>
                  <a:pt x="595008" y="608345"/>
                  <a:pt x="577480" y="608345"/>
                </a:cubicBezTo>
                <a:lnTo>
                  <a:pt x="228262" y="608345"/>
                </a:lnTo>
                <a:cubicBezTo>
                  <a:pt x="210638" y="608345"/>
                  <a:pt x="196384" y="594113"/>
                  <a:pt x="196384" y="576612"/>
                </a:cubicBezTo>
                <a:lnTo>
                  <a:pt x="196384" y="444582"/>
                </a:lnTo>
                <a:lnTo>
                  <a:pt x="260044" y="444582"/>
                </a:lnTo>
                <a:lnTo>
                  <a:pt x="260044" y="544878"/>
                </a:lnTo>
                <a:lnTo>
                  <a:pt x="545698" y="544878"/>
                </a:lnTo>
                <a:lnTo>
                  <a:pt x="545698" y="259664"/>
                </a:lnTo>
                <a:lnTo>
                  <a:pt x="445247" y="259664"/>
                </a:lnTo>
                <a:close/>
                <a:moveTo>
                  <a:pt x="19936" y="0"/>
                </a:moveTo>
                <a:lnTo>
                  <a:pt x="382922" y="0"/>
                </a:lnTo>
                <a:cubicBezTo>
                  <a:pt x="393901" y="0"/>
                  <a:pt x="402858" y="8848"/>
                  <a:pt x="402858" y="19908"/>
                </a:cubicBezTo>
                <a:lnTo>
                  <a:pt x="402858" y="382386"/>
                </a:lnTo>
                <a:cubicBezTo>
                  <a:pt x="402858" y="393350"/>
                  <a:pt x="393901" y="402294"/>
                  <a:pt x="382922" y="402294"/>
                </a:cubicBezTo>
                <a:lnTo>
                  <a:pt x="19936" y="402294"/>
                </a:lnTo>
                <a:cubicBezTo>
                  <a:pt x="8957" y="402294"/>
                  <a:pt x="0" y="393350"/>
                  <a:pt x="0" y="382386"/>
                </a:cubicBezTo>
                <a:lnTo>
                  <a:pt x="0" y="19908"/>
                </a:lnTo>
                <a:cubicBezTo>
                  <a:pt x="0" y="8848"/>
                  <a:pt x="8957" y="0"/>
                  <a:pt x="199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5FA3E914-C164-4BF2-ACD1-720314A5ECE8}"/>
              </a:ext>
            </a:extLst>
          </p:cNvPr>
          <p:cNvGrpSpPr/>
          <p:nvPr/>
        </p:nvGrpSpPr>
        <p:grpSpPr>
          <a:xfrm rot="5400000" flipH="1">
            <a:off x="1189310" y="5460766"/>
            <a:ext cx="292598" cy="1346667"/>
            <a:chOff x="1724433" y="1612606"/>
            <a:chExt cx="241950" cy="1113561"/>
          </a:xfrm>
          <a:solidFill>
            <a:schemeClr val="accent2"/>
          </a:solidFill>
        </p:grpSpPr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E306BE01-C43C-433B-B5AB-5957FA3ADA8F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569C2B12-5DE7-4190-AF2E-39B7A8629217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517CADFB-DDDB-437C-A1E1-CD9BB7B63F09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4479E5D8-8CCD-4AED-9FA0-A68EB27EDAC2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656FC442-7A2A-4818-870F-C6113265F5B8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FBC4251F-566A-4569-AAAA-C5973D8F12A7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C4E78EA2-B42B-40FD-930A-30DB963E89F2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10121E58-DBDF-4889-A1C6-A4D59EF7EE7C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14DDA557-95A1-4D45-A635-A6AA8AEC0283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7D21E0D0-07E1-426F-902C-F5386465DAD3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1CD214AE-A04F-4DAF-91B6-4FEED3CA446A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D392E9C4-24BF-4B4D-94E4-C47677454428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92CCDEC3-FA16-4FD6-880B-5581190B3E83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89ED4752-703E-418E-BB9B-87338A5079E2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84B65BEE-95B6-4F64-BF25-88A9376E5988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EA40A5FC-B2B2-4A90-8E71-737634D29F48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20BBF7BF-624E-4C1B-8F3A-9DCCF027ECE6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D3E216AF-5FFB-4697-A339-15AE1902FE29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3" name="íṧ1iḑê">
            <a:extLst>
              <a:ext uri="{FF2B5EF4-FFF2-40B4-BE49-F238E27FC236}">
                <a16:creationId xmlns:a16="http://schemas.microsoft.com/office/drawing/2014/main" id="{950C257B-2DE8-0BBB-60FE-77AF020FB7C4}"/>
              </a:ext>
            </a:extLst>
          </p:cNvPr>
          <p:cNvSpPr/>
          <p:nvPr/>
        </p:nvSpPr>
        <p:spPr>
          <a:xfrm rot="17882556" flipH="1" flipV="1">
            <a:off x="472364" y="-1203952"/>
            <a:ext cx="2352478" cy="2298876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34" name="îSḻiḋé">
            <a:extLst>
              <a:ext uri="{FF2B5EF4-FFF2-40B4-BE49-F238E27FC236}">
                <a16:creationId xmlns:a16="http://schemas.microsoft.com/office/drawing/2014/main" id="{09BB31A4-2D83-FA54-57FB-8620A9A186F3}"/>
              </a:ext>
            </a:extLst>
          </p:cNvPr>
          <p:cNvSpPr/>
          <p:nvPr/>
        </p:nvSpPr>
        <p:spPr>
          <a:xfrm flipV="1">
            <a:off x="0" y="-15947"/>
            <a:ext cx="617828" cy="3175126"/>
          </a:xfrm>
          <a:custGeom>
            <a:avLst/>
            <a:gdLst>
              <a:gd name="connsiteX0" fmla="*/ 0 w 471948"/>
              <a:gd name="connsiteY0" fmla="*/ 2425423 h 2425423"/>
              <a:gd name="connsiteX1" fmla="*/ 471948 w 471948"/>
              <a:gd name="connsiteY1" fmla="*/ 1953475 h 2425423"/>
              <a:gd name="connsiteX2" fmla="*/ 471948 w 471948"/>
              <a:gd name="connsiteY2" fmla="*/ 471948 h 2425423"/>
              <a:gd name="connsiteX3" fmla="*/ 0 w 471948"/>
              <a:gd name="connsiteY3" fmla="*/ 0 h 24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" h="2425423">
                <a:moveTo>
                  <a:pt x="0" y="2425423"/>
                </a:moveTo>
                <a:cubicBezTo>
                  <a:pt x="260650" y="2425423"/>
                  <a:pt x="471948" y="2214125"/>
                  <a:pt x="471948" y="1953475"/>
                </a:cubicBezTo>
                <a:lnTo>
                  <a:pt x="471948" y="471948"/>
                </a:lnTo>
                <a:cubicBezTo>
                  <a:pt x="471948" y="211298"/>
                  <a:pt x="260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35" name="iṧḷíďè">
            <a:extLst>
              <a:ext uri="{FF2B5EF4-FFF2-40B4-BE49-F238E27FC236}">
                <a16:creationId xmlns:a16="http://schemas.microsoft.com/office/drawing/2014/main" id="{04A42DD6-3A30-E934-8B66-6A5B4B9EFA9A}"/>
              </a:ext>
            </a:extLst>
          </p:cNvPr>
          <p:cNvSpPr/>
          <p:nvPr/>
        </p:nvSpPr>
        <p:spPr>
          <a:xfrm flipH="1" flipV="1">
            <a:off x="6344" y="10517"/>
            <a:ext cx="5807985" cy="2463032"/>
          </a:xfrm>
          <a:custGeom>
            <a:avLst/>
            <a:gdLst>
              <a:gd name="connsiteX0" fmla="*/ 5807796 w 5807985"/>
              <a:gd name="connsiteY0" fmla="*/ 43921 h 2463032"/>
              <a:gd name="connsiteX1" fmla="*/ 5061375 w 5807985"/>
              <a:gd name="connsiteY1" fmla="*/ 136964 h 2463032"/>
              <a:gd name="connsiteX2" fmla="*/ 4374333 w 5807985"/>
              <a:gd name="connsiteY2" fmla="*/ 1040537 h 2463032"/>
              <a:gd name="connsiteX3" fmla="*/ 4368849 w 5807985"/>
              <a:gd name="connsiteY3" fmla="*/ 1051506 h 2463032"/>
              <a:gd name="connsiteX4" fmla="*/ 3716793 w 5807985"/>
              <a:gd name="connsiteY4" fmla="*/ 1963589 h 2463032"/>
              <a:gd name="connsiteX5" fmla="*/ 2393581 w 5807985"/>
              <a:gd name="connsiteY5" fmla="*/ 2209434 h 2463032"/>
              <a:gd name="connsiteX6" fmla="*/ 1938391 w 5807985"/>
              <a:gd name="connsiteY6" fmla="*/ 2143623 h 2463032"/>
              <a:gd name="connsiteX7" fmla="*/ 1022146 w 5807985"/>
              <a:gd name="connsiteY7" fmla="*/ 2057010 h 2463032"/>
              <a:gd name="connsiteX8" fmla="*/ 345128 w 5807985"/>
              <a:gd name="connsiteY8" fmla="*/ 2217566 h 2463032"/>
              <a:gd name="connsiteX9" fmla="*/ 0 w 5807985"/>
              <a:gd name="connsiteY9" fmla="*/ 2463032 h 2463032"/>
              <a:gd name="connsiteX10" fmla="*/ 12860 w 5807985"/>
              <a:gd name="connsiteY10" fmla="*/ 2463032 h 2463032"/>
              <a:gd name="connsiteX11" fmla="*/ 349289 w 5807985"/>
              <a:gd name="connsiteY11" fmla="*/ 2225698 h 2463032"/>
              <a:gd name="connsiteX12" fmla="*/ 1022714 w 5807985"/>
              <a:gd name="connsiteY12" fmla="*/ 2066088 h 2463032"/>
              <a:gd name="connsiteX13" fmla="*/ 1937256 w 5807985"/>
              <a:gd name="connsiteY13" fmla="*/ 2152511 h 2463032"/>
              <a:gd name="connsiteX14" fmla="*/ 2392825 w 5807985"/>
              <a:gd name="connsiteY14" fmla="*/ 2218511 h 2463032"/>
              <a:gd name="connsiteX15" fmla="*/ 3722466 w 5807985"/>
              <a:gd name="connsiteY15" fmla="*/ 1970965 h 2463032"/>
              <a:gd name="connsiteX16" fmla="*/ 4377359 w 5807985"/>
              <a:gd name="connsiteY16" fmla="*/ 1055477 h 2463032"/>
              <a:gd name="connsiteX17" fmla="*/ 4382843 w 5807985"/>
              <a:gd name="connsiteY17" fmla="*/ 1044509 h 2463032"/>
              <a:gd name="connsiteX18" fmla="*/ 5066480 w 5807985"/>
              <a:gd name="connsiteY18" fmla="*/ 144528 h 2463032"/>
              <a:gd name="connsiteX19" fmla="*/ 5807985 w 5807985"/>
              <a:gd name="connsiteY19" fmla="*/ 53377 h 2463032"/>
              <a:gd name="connsiteX20" fmla="*/ 5807985 w 5807985"/>
              <a:gd name="connsiteY20" fmla="*/ 43921 h 2463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807985" h="2463032">
                <a:moveTo>
                  <a:pt x="5807796" y="43921"/>
                </a:moveTo>
                <a:cubicBezTo>
                  <a:pt x="5570651" y="-41368"/>
                  <a:pt x="5273935" y="1749"/>
                  <a:pt x="5061375" y="136964"/>
                </a:cubicBezTo>
                <a:cubicBezTo>
                  <a:pt x="4745369" y="338178"/>
                  <a:pt x="4556069" y="679146"/>
                  <a:pt x="4374333" y="1040537"/>
                </a:cubicBezTo>
                <a:lnTo>
                  <a:pt x="4368849" y="1051506"/>
                </a:lnTo>
                <a:cubicBezTo>
                  <a:pt x="4198270" y="1390961"/>
                  <a:pt x="4021829" y="1741951"/>
                  <a:pt x="3716793" y="1963589"/>
                </a:cubicBezTo>
                <a:cubicBezTo>
                  <a:pt x="3400977" y="2193170"/>
                  <a:pt x="2968101" y="2273543"/>
                  <a:pt x="2393581" y="2209434"/>
                </a:cubicBezTo>
                <a:cubicBezTo>
                  <a:pt x="2241536" y="2192414"/>
                  <a:pt x="2087410" y="2167640"/>
                  <a:pt x="1938391" y="2143623"/>
                </a:cubicBezTo>
                <a:cubicBezTo>
                  <a:pt x="1639027" y="2095400"/>
                  <a:pt x="1329641" y="2045475"/>
                  <a:pt x="1022146" y="2057010"/>
                </a:cubicBezTo>
                <a:cubicBezTo>
                  <a:pt x="778193" y="2066277"/>
                  <a:pt x="544073" y="2121686"/>
                  <a:pt x="345128" y="2217566"/>
                </a:cubicBezTo>
                <a:cubicBezTo>
                  <a:pt x="208022" y="2283566"/>
                  <a:pt x="92665" y="2365829"/>
                  <a:pt x="0" y="2463032"/>
                </a:cubicBezTo>
                <a:lnTo>
                  <a:pt x="12860" y="2463032"/>
                </a:lnTo>
                <a:cubicBezTo>
                  <a:pt x="103822" y="2369233"/>
                  <a:pt x="216154" y="2289806"/>
                  <a:pt x="349289" y="2225698"/>
                </a:cubicBezTo>
                <a:cubicBezTo>
                  <a:pt x="547099" y="2130575"/>
                  <a:pt x="779895" y="2075354"/>
                  <a:pt x="1022714" y="2066088"/>
                </a:cubicBezTo>
                <a:cubicBezTo>
                  <a:pt x="1329452" y="2054363"/>
                  <a:pt x="1638460" y="2104288"/>
                  <a:pt x="1937256" y="2152511"/>
                </a:cubicBezTo>
                <a:cubicBezTo>
                  <a:pt x="2086465" y="2176529"/>
                  <a:pt x="2240591" y="2201491"/>
                  <a:pt x="2392825" y="2218511"/>
                </a:cubicBezTo>
                <a:cubicBezTo>
                  <a:pt x="2969803" y="2282998"/>
                  <a:pt x="3404759" y="2201870"/>
                  <a:pt x="3722466" y="1970965"/>
                </a:cubicBezTo>
                <a:cubicBezTo>
                  <a:pt x="4029394" y="1747813"/>
                  <a:pt x="4206213" y="1395877"/>
                  <a:pt x="4377359" y="1055477"/>
                </a:cubicBezTo>
                <a:lnTo>
                  <a:pt x="4382843" y="1044509"/>
                </a:lnTo>
                <a:cubicBezTo>
                  <a:pt x="4563823" y="684441"/>
                  <a:pt x="4752367" y="344608"/>
                  <a:pt x="5066480" y="144528"/>
                </a:cubicBezTo>
                <a:cubicBezTo>
                  <a:pt x="5277717" y="10070"/>
                  <a:pt x="5573110" y="-32480"/>
                  <a:pt x="5807985" y="53377"/>
                </a:cubicBezTo>
                <a:lnTo>
                  <a:pt x="5807985" y="43921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39" name="ïŝliďê">
            <a:extLst>
              <a:ext uri="{FF2B5EF4-FFF2-40B4-BE49-F238E27FC236}">
                <a16:creationId xmlns:a16="http://schemas.microsoft.com/office/drawing/2014/main" id="{D9949E5E-6B28-68C8-0E4E-606378EDFBF5}"/>
              </a:ext>
            </a:extLst>
          </p:cNvPr>
          <p:cNvSpPr/>
          <p:nvPr/>
        </p:nvSpPr>
        <p:spPr>
          <a:xfrm rot="9293031">
            <a:off x="7935210" y="5963823"/>
            <a:ext cx="4122207" cy="1755429"/>
          </a:xfrm>
          <a:custGeom>
            <a:avLst/>
            <a:gdLst>
              <a:gd name="connsiteX0" fmla="*/ 4122208 w 4122207"/>
              <a:gd name="connsiteY0" fmla="*/ 1684350 h 1755429"/>
              <a:gd name="connsiteX1" fmla="*/ 3338009 w 4122207"/>
              <a:gd name="connsiteY1" fmla="*/ 1643275 h 1755429"/>
              <a:gd name="connsiteX2" fmla="*/ 3029514 w 4122207"/>
              <a:gd name="connsiteY2" fmla="*/ 1450137 h 1755429"/>
              <a:gd name="connsiteX3" fmla="*/ 2596340 w 4122207"/>
              <a:gd name="connsiteY3" fmla="*/ 1208933 h 1755429"/>
              <a:gd name="connsiteX4" fmla="*/ 1629783 w 4122207"/>
              <a:gd name="connsiteY4" fmla="*/ 1354297 h 1755429"/>
              <a:gd name="connsiteX5" fmla="*/ 674295 w 4122207"/>
              <a:gd name="connsiteY5" fmla="*/ 1500243 h 1755429"/>
              <a:gd name="connsiteX6" fmla="*/ 33710 w 4122207"/>
              <a:gd name="connsiteY6" fmla="*/ 695646 h 1755429"/>
              <a:gd name="connsiteX7" fmla="*/ 66337 w 4122207"/>
              <a:gd name="connsiteY7" fmla="*/ 0 h 1755429"/>
              <a:gd name="connsiteX8" fmla="*/ 52063 w 4122207"/>
              <a:gd name="connsiteY8" fmla="*/ 0 h 1755429"/>
              <a:gd name="connsiteX9" fmla="*/ 20019 w 4122207"/>
              <a:gd name="connsiteY9" fmla="*/ 697977 h 1755429"/>
              <a:gd name="connsiteX10" fmla="*/ 670508 w 4122207"/>
              <a:gd name="connsiteY10" fmla="*/ 1513934 h 1755429"/>
              <a:gd name="connsiteX11" fmla="*/ 1634735 w 4122207"/>
              <a:gd name="connsiteY11" fmla="*/ 1367697 h 1755429"/>
              <a:gd name="connsiteX12" fmla="*/ 2592262 w 4122207"/>
              <a:gd name="connsiteY12" fmla="*/ 1222625 h 1755429"/>
              <a:gd name="connsiteX13" fmla="*/ 3021358 w 4122207"/>
              <a:gd name="connsiteY13" fmla="*/ 1461790 h 1755429"/>
              <a:gd name="connsiteX14" fmla="*/ 3331891 w 4122207"/>
              <a:gd name="connsiteY14" fmla="*/ 1656093 h 1755429"/>
              <a:gd name="connsiteX15" fmla="*/ 3781961 w 4122207"/>
              <a:gd name="connsiteY15" fmla="*/ 1755429 h 1755429"/>
              <a:gd name="connsiteX16" fmla="*/ 4122208 w 4122207"/>
              <a:gd name="connsiteY16" fmla="*/ 1699498 h 1755429"/>
              <a:gd name="connsiteX17" fmla="*/ 4122208 w 4122207"/>
              <a:gd name="connsiteY17" fmla="*/ 1684350 h 175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22207" h="1755429">
                <a:moveTo>
                  <a:pt x="4122208" y="1684350"/>
                </a:moveTo>
                <a:cubicBezTo>
                  <a:pt x="3869644" y="1772325"/>
                  <a:pt x="3579502" y="1757760"/>
                  <a:pt x="3338009" y="1643275"/>
                </a:cubicBezTo>
                <a:cubicBezTo>
                  <a:pt x="3229060" y="1591422"/>
                  <a:pt x="3127685" y="1519760"/>
                  <a:pt x="3029514" y="1450137"/>
                </a:cubicBezTo>
                <a:cubicBezTo>
                  <a:pt x="2895222" y="1354879"/>
                  <a:pt x="2756268" y="1256417"/>
                  <a:pt x="2596340" y="1208933"/>
                </a:cubicBezTo>
                <a:cubicBezTo>
                  <a:pt x="2277068" y="1114258"/>
                  <a:pt x="1947891" y="1236316"/>
                  <a:pt x="1629783" y="1354297"/>
                </a:cubicBezTo>
                <a:cubicBezTo>
                  <a:pt x="1314588" y="1471112"/>
                  <a:pt x="988616" y="1592005"/>
                  <a:pt x="674295" y="1500243"/>
                </a:cubicBezTo>
                <a:cubicBezTo>
                  <a:pt x="307831" y="1393332"/>
                  <a:pt x="88476" y="1019000"/>
                  <a:pt x="33710" y="695646"/>
                </a:cubicBezTo>
                <a:cubicBezTo>
                  <a:pt x="-5907" y="460560"/>
                  <a:pt x="18854" y="220230"/>
                  <a:pt x="66337" y="0"/>
                </a:cubicBezTo>
                <a:lnTo>
                  <a:pt x="52063" y="0"/>
                </a:lnTo>
                <a:cubicBezTo>
                  <a:pt x="4580" y="220812"/>
                  <a:pt x="-19890" y="462016"/>
                  <a:pt x="20019" y="697977"/>
                </a:cubicBezTo>
                <a:cubicBezTo>
                  <a:pt x="75367" y="1025700"/>
                  <a:pt x="298217" y="1405276"/>
                  <a:pt x="670508" y="1513934"/>
                </a:cubicBezTo>
                <a:cubicBezTo>
                  <a:pt x="989198" y="1606862"/>
                  <a:pt x="1317502" y="1485386"/>
                  <a:pt x="1634735" y="1367697"/>
                </a:cubicBezTo>
                <a:cubicBezTo>
                  <a:pt x="1950804" y="1250591"/>
                  <a:pt x="2277359" y="1129406"/>
                  <a:pt x="2592262" y="1222625"/>
                </a:cubicBezTo>
                <a:cubicBezTo>
                  <a:pt x="2750151" y="1269526"/>
                  <a:pt x="2887939" y="1367114"/>
                  <a:pt x="3021358" y="1461790"/>
                </a:cubicBezTo>
                <a:cubicBezTo>
                  <a:pt x="3119820" y="1531704"/>
                  <a:pt x="3221777" y="1603657"/>
                  <a:pt x="3331891" y="1656093"/>
                </a:cubicBezTo>
                <a:cubicBezTo>
                  <a:pt x="3471136" y="1722220"/>
                  <a:pt x="3626694" y="1755429"/>
                  <a:pt x="3781961" y="1755429"/>
                </a:cubicBezTo>
                <a:cubicBezTo>
                  <a:pt x="3897610" y="1755429"/>
                  <a:pt x="4013259" y="1736786"/>
                  <a:pt x="4122208" y="1699498"/>
                </a:cubicBezTo>
                <a:lnTo>
                  <a:pt x="4122208" y="1684350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40" name="ï$1iďê">
            <a:extLst>
              <a:ext uri="{FF2B5EF4-FFF2-40B4-BE49-F238E27FC236}">
                <a16:creationId xmlns:a16="http://schemas.microsoft.com/office/drawing/2014/main" id="{DD696183-E616-7F88-3D76-A71B6C17AC08}"/>
              </a:ext>
            </a:extLst>
          </p:cNvPr>
          <p:cNvSpPr/>
          <p:nvPr/>
        </p:nvSpPr>
        <p:spPr>
          <a:xfrm rot="16200000" flipV="1">
            <a:off x="10959570" y="3729022"/>
            <a:ext cx="1625600" cy="812800"/>
          </a:xfrm>
          <a:custGeom>
            <a:avLst/>
            <a:gdLst>
              <a:gd name="connsiteX0" fmla="*/ 0 w 1625600"/>
              <a:gd name="connsiteY0" fmla="*/ 0 h 812800"/>
              <a:gd name="connsiteX1" fmla="*/ 146743 w 1625600"/>
              <a:gd name="connsiteY1" fmla="*/ 0 h 812800"/>
              <a:gd name="connsiteX2" fmla="*/ 812800 w 1625600"/>
              <a:gd name="connsiteY2" fmla="*/ 666057 h 812800"/>
              <a:gd name="connsiteX3" fmla="*/ 1478857 w 1625600"/>
              <a:gd name="connsiteY3" fmla="*/ 0 h 812800"/>
              <a:gd name="connsiteX4" fmla="*/ 1625600 w 1625600"/>
              <a:gd name="connsiteY4" fmla="*/ 0 h 812800"/>
              <a:gd name="connsiteX5" fmla="*/ 812800 w 1625600"/>
              <a:gd name="connsiteY5" fmla="*/ 812800 h 812800"/>
              <a:gd name="connsiteX6" fmla="*/ 0 w 1625600"/>
              <a:gd name="connsiteY6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0" h="812800">
                <a:moveTo>
                  <a:pt x="0" y="0"/>
                </a:moveTo>
                <a:lnTo>
                  <a:pt x="146743" y="0"/>
                </a:lnTo>
                <a:cubicBezTo>
                  <a:pt x="146743" y="367853"/>
                  <a:pt x="444947" y="666057"/>
                  <a:pt x="812800" y="666057"/>
                </a:cubicBezTo>
                <a:cubicBezTo>
                  <a:pt x="1180653" y="666057"/>
                  <a:pt x="1478857" y="367853"/>
                  <a:pt x="1478857" y="0"/>
                </a:cubicBezTo>
                <a:lnTo>
                  <a:pt x="1625600" y="0"/>
                </a:lnTo>
                <a:cubicBezTo>
                  <a:pt x="1625600" y="448897"/>
                  <a:pt x="1261697" y="812800"/>
                  <a:pt x="812800" y="812800"/>
                </a:cubicBezTo>
                <a:cubicBezTo>
                  <a:pt x="363903" y="812800"/>
                  <a:pt x="0" y="448897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41" name="îṥ1íḓé">
            <a:extLst>
              <a:ext uri="{FF2B5EF4-FFF2-40B4-BE49-F238E27FC236}">
                <a16:creationId xmlns:a16="http://schemas.microsoft.com/office/drawing/2014/main" id="{327A7734-E2A2-E410-4ADF-A4CBCCB5F92B}"/>
              </a:ext>
            </a:extLst>
          </p:cNvPr>
          <p:cNvSpPr/>
          <p:nvPr/>
        </p:nvSpPr>
        <p:spPr>
          <a:xfrm>
            <a:off x="10575004" y="4716392"/>
            <a:ext cx="943896" cy="24254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42" name="íṧ1iḑê">
            <a:extLst>
              <a:ext uri="{FF2B5EF4-FFF2-40B4-BE49-F238E27FC236}">
                <a16:creationId xmlns:a16="http://schemas.microsoft.com/office/drawing/2014/main" id="{98B2946A-5465-6521-24B8-1B79CE9ACC22}"/>
              </a:ext>
            </a:extLst>
          </p:cNvPr>
          <p:cNvSpPr/>
          <p:nvPr/>
        </p:nvSpPr>
        <p:spPr>
          <a:xfrm rot="17882556" flipH="1" flipV="1">
            <a:off x="8284291" y="5824929"/>
            <a:ext cx="2162973" cy="2113689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">
            <a:extLst>
              <a:ext uri="{FF2B5EF4-FFF2-40B4-BE49-F238E27FC236}">
                <a16:creationId xmlns:a16="http://schemas.microsoft.com/office/drawing/2014/main" id="{A03B64E7-2A5B-F8A8-0870-3725EE785F7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r>
              <a:rPr dirty="0">
                <a:latin typeface="DengXian" panose="02010600030101010101" pitchFamily="2" charset="-122"/>
                <a:ea typeface="DengXian" panose="02010600030101010101" pitchFamily="2" charset="-122"/>
              </a:rPr>
              <a:t>Demonstrated quantum effects in macroscopic electrical circuits</a:t>
            </a:r>
          </a:p>
          <a:p>
            <a:r>
              <a:rPr dirty="0">
                <a:latin typeface="DengXian" panose="02010600030101010101" pitchFamily="2" charset="-122"/>
                <a:ea typeface="DengXian" panose="02010600030101010101" pitchFamily="2" charset="-122"/>
              </a:rPr>
              <a:t>Verified tunneling and energy quantization at large scales</a:t>
            </a:r>
          </a:p>
          <a:p>
            <a:r>
              <a:rPr dirty="0">
                <a:latin typeface="DengXian" panose="02010600030101010101" pitchFamily="2" charset="-122"/>
                <a:ea typeface="DengXian" panose="02010600030101010101" pitchFamily="2" charset="-122"/>
              </a:rPr>
              <a:t>Opened new possibilities for quantum technology development</a:t>
            </a:r>
          </a:p>
          <a:p>
            <a:r>
              <a:rPr dirty="0">
                <a:latin typeface="DengXian" panose="02010600030101010101" pitchFamily="2" charset="-122"/>
                <a:ea typeface="DengXian" panose="02010600030101010101" pitchFamily="2" charset="-122"/>
              </a:rPr>
              <a:t>Foundation for future quantum computers and simulations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8D408F1-42B9-F973-814A-C363DA5A6DF6}"/>
              </a:ext>
            </a:extLst>
          </p:cNvPr>
          <p:cNvGrpSpPr/>
          <p:nvPr/>
        </p:nvGrpSpPr>
        <p:grpSpPr>
          <a:xfrm>
            <a:off x="385011" y="504250"/>
            <a:ext cx="10968788" cy="584775"/>
            <a:chOff x="385011" y="504250"/>
            <a:chExt cx="10968788" cy="584775"/>
          </a:xfrm>
        </p:grpSpPr>
        <p:sp>
          <p:nvSpPr>
            <p:cNvPr id="10" name="title">
              <a:extLst>
                <a:ext uri="{FF2B5EF4-FFF2-40B4-BE49-F238E27FC236}">
                  <a16:creationId xmlns:a16="http://schemas.microsoft.com/office/drawing/2014/main" id="{D6106DE2-177A-A2D1-EA45-521DB2096383}"/>
                </a:ext>
              </a:extLst>
            </p:cNvPr>
            <p:cNvSpPr txBox="1"/>
            <p:nvPr/>
          </p:nvSpPr>
          <p:spPr>
            <a:xfrm>
              <a:off x="1094286" y="504250"/>
              <a:ext cx="1025951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Summary and Outlook</a:t>
              </a: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4BFCB09-6D1D-932E-FEF1-AA060792B6E3}"/>
                </a:ext>
              </a:extLst>
            </p:cNvPr>
            <p:cNvSpPr/>
            <p:nvPr/>
          </p:nvSpPr>
          <p:spPr>
            <a:xfrm>
              <a:off x="385011" y="504250"/>
              <a:ext cx="584775" cy="5847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ïŝliďê">
            <a:extLst>
              <a:ext uri="{FF2B5EF4-FFF2-40B4-BE49-F238E27FC236}">
                <a16:creationId xmlns:a16="http://schemas.microsoft.com/office/drawing/2014/main" id="{C16371ED-7183-4BA1-FDDE-C89F8E1C8949}"/>
              </a:ext>
            </a:extLst>
          </p:cNvPr>
          <p:cNvSpPr/>
          <p:nvPr/>
        </p:nvSpPr>
        <p:spPr>
          <a:xfrm rot="9293031">
            <a:off x="7935210" y="5963823"/>
            <a:ext cx="4122207" cy="1755429"/>
          </a:xfrm>
          <a:custGeom>
            <a:avLst/>
            <a:gdLst>
              <a:gd name="connsiteX0" fmla="*/ 4122208 w 4122207"/>
              <a:gd name="connsiteY0" fmla="*/ 1684350 h 1755429"/>
              <a:gd name="connsiteX1" fmla="*/ 3338009 w 4122207"/>
              <a:gd name="connsiteY1" fmla="*/ 1643275 h 1755429"/>
              <a:gd name="connsiteX2" fmla="*/ 3029514 w 4122207"/>
              <a:gd name="connsiteY2" fmla="*/ 1450137 h 1755429"/>
              <a:gd name="connsiteX3" fmla="*/ 2596340 w 4122207"/>
              <a:gd name="connsiteY3" fmla="*/ 1208933 h 1755429"/>
              <a:gd name="connsiteX4" fmla="*/ 1629783 w 4122207"/>
              <a:gd name="connsiteY4" fmla="*/ 1354297 h 1755429"/>
              <a:gd name="connsiteX5" fmla="*/ 674295 w 4122207"/>
              <a:gd name="connsiteY5" fmla="*/ 1500243 h 1755429"/>
              <a:gd name="connsiteX6" fmla="*/ 33710 w 4122207"/>
              <a:gd name="connsiteY6" fmla="*/ 695646 h 1755429"/>
              <a:gd name="connsiteX7" fmla="*/ 66337 w 4122207"/>
              <a:gd name="connsiteY7" fmla="*/ 0 h 1755429"/>
              <a:gd name="connsiteX8" fmla="*/ 52063 w 4122207"/>
              <a:gd name="connsiteY8" fmla="*/ 0 h 1755429"/>
              <a:gd name="connsiteX9" fmla="*/ 20019 w 4122207"/>
              <a:gd name="connsiteY9" fmla="*/ 697977 h 1755429"/>
              <a:gd name="connsiteX10" fmla="*/ 670508 w 4122207"/>
              <a:gd name="connsiteY10" fmla="*/ 1513934 h 1755429"/>
              <a:gd name="connsiteX11" fmla="*/ 1634735 w 4122207"/>
              <a:gd name="connsiteY11" fmla="*/ 1367697 h 1755429"/>
              <a:gd name="connsiteX12" fmla="*/ 2592262 w 4122207"/>
              <a:gd name="connsiteY12" fmla="*/ 1222625 h 1755429"/>
              <a:gd name="connsiteX13" fmla="*/ 3021358 w 4122207"/>
              <a:gd name="connsiteY13" fmla="*/ 1461790 h 1755429"/>
              <a:gd name="connsiteX14" fmla="*/ 3331891 w 4122207"/>
              <a:gd name="connsiteY14" fmla="*/ 1656093 h 1755429"/>
              <a:gd name="connsiteX15" fmla="*/ 3781961 w 4122207"/>
              <a:gd name="connsiteY15" fmla="*/ 1755429 h 1755429"/>
              <a:gd name="connsiteX16" fmla="*/ 4122208 w 4122207"/>
              <a:gd name="connsiteY16" fmla="*/ 1699498 h 1755429"/>
              <a:gd name="connsiteX17" fmla="*/ 4122208 w 4122207"/>
              <a:gd name="connsiteY17" fmla="*/ 1684350 h 175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22207" h="1755429">
                <a:moveTo>
                  <a:pt x="4122208" y="1684350"/>
                </a:moveTo>
                <a:cubicBezTo>
                  <a:pt x="3869644" y="1772325"/>
                  <a:pt x="3579502" y="1757760"/>
                  <a:pt x="3338009" y="1643275"/>
                </a:cubicBezTo>
                <a:cubicBezTo>
                  <a:pt x="3229060" y="1591422"/>
                  <a:pt x="3127685" y="1519760"/>
                  <a:pt x="3029514" y="1450137"/>
                </a:cubicBezTo>
                <a:cubicBezTo>
                  <a:pt x="2895222" y="1354879"/>
                  <a:pt x="2756268" y="1256417"/>
                  <a:pt x="2596340" y="1208933"/>
                </a:cubicBezTo>
                <a:cubicBezTo>
                  <a:pt x="2277068" y="1114258"/>
                  <a:pt x="1947891" y="1236316"/>
                  <a:pt x="1629783" y="1354297"/>
                </a:cubicBezTo>
                <a:cubicBezTo>
                  <a:pt x="1314588" y="1471112"/>
                  <a:pt x="988616" y="1592005"/>
                  <a:pt x="674295" y="1500243"/>
                </a:cubicBezTo>
                <a:cubicBezTo>
                  <a:pt x="307831" y="1393332"/>
                  <a:pt x="88476" y="1019000"/>
                  <a:pt x="33710" y="695646"/>
                </a:cubicBezTo>
                <a:cubicBezTo>
                  <a:pt x="-5907" y="460560"/>
                  <a:pt x="18854" y="220230"/>
                  <a:pt x="66337" y="0"/>
                </a:cubicBezTo>
                <a:lnTo>
                  <a:pt x="52063" y="0"/>
                </a:lnTo>
                <a:cubicBezTo>
                  <a:pt x="4580" y="220812"/>
                  <a:pt x="-19890" y="462016"/>
                  <a:pt x="20019" y="697977"/>
                </a:cubicBezTo>
                <a:cubicBezTo>
                  <a:pt x="75367" y="1025700"/>
                  <a:pt x="298217" y="1405276"/>
                  <a:pt x="670508" y="1513934"/>
                </a:cubicBezTo>
                <a:cubicBezTo>
                  <a:pt x="989198" y="1606862"/>
                  <a:pt x="1317502" y="1485386"/>
                  <a:pt x="1634735" y="1367697"/>
                </a:cubicBezTo>
                <a:cubicBezTo>
                  <a:pt x="1950804" y="1250591"/>
                  <a:pt x="2277359" y="1129406"/>
                  <a:pt x="2592262" y="1222625"/>
                </a:cubicBezTo>
                <a:cubicBezTo>
                  <a:pt x="2750151" y="1269526"/>
                  <a:pt x="2887939" y="1367114"/>
                  <a:pt x="3021358" y="1461790"/>
                </a:cubicBezTo>
                <a:cubicBezTo>
                  <a:pt x="3119820" y="1531704"/>
                  <a:pt x="3221777" y="1603657"/>
                  <a:pt x="3331891" y="1656093"/>
                </a:cubicBezTo>
                <a:cubicBezTo>
                  <a:pt x="3471136" y="1722220"/>
                  <a:pt x="3626694" y="1755429"/>
                  <a:pt x="3781961" y="1755429"/>
                </a:cubicBezTo>
                <a:cubicBezTo>
                  <a:pt x="3897610" y="1755429"/>
                  <a:pt x="4013259" y="1736786"/>
                  <a:pt x="4122208" y="1699498"/>
                </a:cubicBezTo>
                <a:lnTo>
                  <a:pt x="4122208" y="1684350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3" name="ï$1iďê">
            <a:extLst>
              <a:ext uri="{FF2B5EF4-FFF2-40B4-BE49-F238E27FC236}">
                <a16:creationId xmlns:a16="http://schemas.microsoft.com/office/drawing/2014/main" id="{EB29B91D-D67A-24DE-1D3C-E4D71C8F2BC5}"/>
              </a:ext>
            </a:extLst>
          </p:cNvPr>
          <p:cNvSpPr/>
          <p:nvPr/>
        </p:nvSpPr>
        <p:spPr>
          <a:xfrm rot="16200000" flipV="1">
            <a:off x="10959570" y="3729022"/>
            <a:ext cx="1625600" cy="812800"/>
          </a:xfrm>
          <a:custGeom>
            <a:avLst/>
            <a:gdLst>
              <a:gd name="connsiteX0" fmla="*/ 0 w 1625600"/>
              <a:gd name="connsiteY0" fmla="*/ 0 h 812800"/>
              <a:gd name="connsiteX1" fmla="*/ 146743 w 1625600"/>
              <a:gd name="connsiteY1" fmla="*/ 0 h 812800"/>
              <a:gd name="connsiteX2" fmla="*/ 812800 w 1625600"/>
              <a:gd name="connsiteY2" fmla="*/ 666057 h 812800"/>
              <a:gd name="connsiteX3" fmla="*/ 1478857 w 1625600"/>
              <a:gd name="connsiteY3" fmla="*/ 0 h 812800"/>
              <a:gd name="connsiteX4" fmla="*/ 1625600 w 1625600"/>
              <a:gd name="connsiteY4" fmla="*/ 0 h 812800"/>
              <a:gd name="connsiteX5" fmla="*/ 812800 w 1625600"/>
              <a:gd name="connsiteY5" fmla="*/ 812800 h 812800"/>
              <a:gd name="connsiteX6" fmla="*/ 0 w 1625600"/>
              <a:gd name="connsiteY6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0" h="812800">
                <a:moveTo>
                  <a:pt x="0" y="0"/>
                </a:moveTo>
                <a:lnTo>
                  <a:pt x="146743" y="0"/>
                </a:lnTo>
                <a:cubicBezTo>
                  <a:pt x="146743" y="367853"/>
                  <a:pt x="444947" y="666057"/>
                  <a:pt x="812800" y="666057"/>
                </a:cubicBezTo>
                <a:cubicBezTo>
                  <a:pt x="1180653" y="666057"/>
                  <a:pt x="1478857" y="367853"/>
                  <a:pt x="1478857" y="0"/>
                </a:cubicBezTo>
                <a:lnTo>
                  <a:pt x="1625600" y="0"/>
                </a:lnTo>
                <a:cubicBezTo>
                  <a:pt x="1625600" y="448897"/>
                  <a:pt x="1261697" y="812800"/>
                  <a:pt x="812800" y="812800"/>
                </a:cubicBezTo>
                <a:cubicBezTo>
                  <a:pt x="363903" y="812800"/>
                  <a:pt x="0" y="448897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îṥ1íḓé">
            <a:extLst>
              <a:ext uri="{FF2B5EF4-FFF2-40B4-BE49-F238E27FC236}">
                <a16:creationId xmlns:a16="http://schemas.microsoft.com/office/drawing/2014/main" id="{6992D5F6-5AEA-550A-4EEA-22BF6E653419}"/>
              </a:ext>
            </a:extLst>
          </p:cNvPr>
          <p:cNvSpPr/>
          <p:nvPr/>
        </p:nvSpPr>
        <p:spPr>
          <a:xfrm>
            <a:off x="10575004" y="4716392"/>
            <a:ext cx="943896" cy="24254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15" name="îSḻiḋé">
            <a:extLst>
              <a:ext uri="{FF2B5EF4-FFF2-40B4-BE49-F238E27FC236}">
                <a16:creationId xmlns:a16="http://schemas.microsoft.com/office/drawing/2014/main" id="{116BECEB-01A7-F8FA-FD85-67D74A79B3DC}"/>
              </a:ext>
            </a:extLst>
          </p:cNvPr>
          <p:cNvSpPr/>
          <p:nvPr/>
        </p:nvSpPr>
        <p:spPr>
          <a:xfrm flipV="1">
            <a:off x="0" y="-15947"/>
            <a:ext cx="617828" cy="3175126"/>
          </a:xfrm>
          <a:custGeom>
            <a:avLst/>
            <a:gdLst>
              <a:gd name="connsiteX0" fmla="*/ 0 w 471948"/>
              <a:gd name="connsiteY0" fmla="*/ 2425423 h 2425423"/>
              <a:gd name="connsiteX1" fmla="*/ 471948 w 471948"/>
              <a:gd name="connsiteY1" fmla="*/ 1953475 h 2425423"/>
              <a:gd name="connsiteX2" fmla="*/ 471948 w 471948"/>
              <a:gd name="connsiteY2" fmla="*/ 471948 h 2425423"/>
              <a:gd name="connsiteX3" fmla="*/ 0 w 471948"/>
              <a:gd name="connsiteY3" fmla="*/ 0 h 24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" h="2425423">
                <a:moveTo>
                  <a:pt x="0" y="2425423"/>
                </a:moveTo>
                <a:cubicBezTo>
                  <a:pt x="260650" y="2425423"/>
                  <a:pt x="471948" y="2214125"/>
                  <a:pt x="471948" y="1953475"/>
                </a:cubicBezTo>
                <a:lnTo>
                  <a:pt x="471948" y="471948"/>
                </a:lnTo>
                <a:cubicBezTo>
                  <a:pt x="471948" y="211298"/>
                  <a:pt x="260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íṧ1iḑê">
            <a:extLst>
              <a:ext uri="{FF2B5EF4-FFF2-40B4-BE49-F238E27FC236}">
                <a16:creationId xmlns:a16="http://schemas.microsoft.com/office/drawing/2014/main" id="{842D6902-9F34-5DD0-66F5-16B3BC70DEF7}"/>
              </a:ext>
            </a:extLst>
          </p:cNvPr>
          <p:cNvSpPr/>
          <p:nvPr/>
        </p:nvSpPr>
        <p:spPr>
          <a:xfrm rot="3717444" flipH="1">
            <a:off x="378711" y="5776287"/>
            <a:ext cx="2352478" cy="2298876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4" name="îSḻiḋé">
            <a:extLst>
              <a:ext uri="{FF2B5EF4-FFF2-40B4-BE49-F238E27FC236}">
                <a16:creationId xmlns:a16="http://schemas.microsoft.com/office/drawing/2014/main" id="{3599D331-C9A6-EC30-F812-5764DA267A7B}"/>
              </a:ext>
            </a:extLst>
          </p:cNvPr>
          <p:cNvSpPr/>
          <p:nvPr/>
        </p:nvSpPr>
        <p:spPr>
          <a:xfrm>
            <a:off x="-93653" y="3712032"/>
            <a:ext cx="617828" cy="3175126"/>
          </a:xfrm>
          <a:custGeom>
            <a:avLst/>
            <a:gdLst>
              <a:gd name="connsiteX0" fmla="*/ 0 w 471948"/>
              <a:gd name="connsiteY0" fmla="*/ 2425423 h 2425423"/>
              <a:gd name="connsiteX1" fmla="*/ 471948 w 471948"/>
              <a:gd name="connsiteY1" fmla="*/ 1953475 h 2425423"/>
              <a:gd name="connsiteX2" fmla="*/ 471948 w 471948"/>
              <a:gd name="connsiteY2" fmla="*/ 471948 h 2425423"/>
              <a:gd name="connsiteX3" fmla="*/ 0 w 471948"/>
              <a:gd name="connsiteY3" fmla="*/ 0 h 2425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948" h="2425423">
                <a:moveTo>
                  <a:pt x="0" y="2425423"/>
                </a:moveTo>
                <a:cubicBezTo>
                  <a:pt x="260650" y="2425423"/>
                  <a:pt x="471948" y="2214125"/>
                  <a:pt x="471948" y="1953475"/>
                </a:cubicBezTo>
                <a:lnTo>
                  <a:pt x="471948" y="471948"/>
                </a:lnTo>
                <a:cubicBezTo>
                  <a:pt x="471948" y="211298"/>
                  <a:pt x="260650" y="0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5" name="îśḻiďè">
            <a:extLst>
              <a:ext uri="{FF2B5EF4-FFF2-40B4-BE49-F238E27FC236}">
                <a16:creationId xmlns:a16="http://schemas.microsoft.com/office/drawing/2014/main" id="{DC2DD81D-A583-4911-A3BD-25F02D49D22A}"/>
              </a:ext>
            </a:extLst>
          </p:cNvPr>
          <p:cNvSpPr/>
          <p:nvPr/>
        </p:nvSpPr>
        <p:spPr>
          <a:xfrm rot="2665377" flipH="1">
            <a:off x="2462205" y="2312221"/>
            <a:ext cx="1186719" cy="1186719"/>
          </a:xfrm>
          <a:prstGeom prst="ellipse">
            <a:avLst/>
          </a:prstGeom>
          <a:gradFill flip="none" rotWithShape="1"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/>
          </a:p>
        </p:txBody>
      </p:sp>
      <p:sp>
        <p:nvSpPr>
          <p:cNvPr id="6" name="iṧḷíďè">
            <a:extLst>
              <a:ext uri="{FF2B5EF4-FFF2-40B4-BE49-F238E27FC236}">
                <a16:creationId xmlns:a16="http://schemas.microsoft.com/office/drawing/2014/main" id="{F4004935-94F4-F490-0764-297BD2D8F6E1}"/>
              </a:ext>
            </a:extLst>
          </p:cNvPr>
          <p:cNvSpPr/>
          <p:nvPr/>
        </p:nvSpPr>
        <p:spPr>
          <a:xfrm flipH="1">
            <a:off x="-87309" y="4397662"/>
            <a:ext cx="5807985" cy="2463032"/>
          </a:xfrm>
          <a:custGeom>
            <a:avLst/>
            <a:gdLst>
              <a:gd name="connsiteX0" fmla="*/ 5807796 w 5807985"/>
              <a:gd name="connsiteY0" fmla="*/ 43921 h 2463032"/>
              <a:gd name="connsiteX1" fmla="*/ 5061375 w 5807985"/>
              <a:gd name="connsiteY1" fmla="*/ 136964 h 2463032"/>
              <a:gd name="connsiteX2" fmla="*/ 4374333 w 5807985"/>
              <a:gd name="connsiteY2" fmla="*/ 1040537 h 2463032"/>
              <a:gd name="connsiteX3" fmla="*/ 4368849 w 5807985"/>
              <a:gd name="connsiteY3" fmla="*/ 1051506 h 2463032"/>
              <a:gd name="connsiteX4" fmla="*/ 3716793 w 5807985"/>
              <a:gd name="connsiteY4" fmla="*/ 1963589 h 2463032"/>
              <a:gd name="connsiteX5" fmla="*/ 2393581 w 5807985"/>
              <a:gd name="connsiteY5" fmla="*/ 2209434 h 2463032"/>
              <a:gd name="connsiteX6" fmla="*/ 1938391 w 5807985"/>
              <a:gd name="connsiteY6" fmla="*/ 2143623 h 2463032"/>
              <a:gd name="connsiteX7" fmla="*/ 1022146 w 5807985"/>
              <a:gd name="connsiteY7" fmla="*/ 2057010 h 2463032"/>
              <a:gd name="connsiteX8" fmla="*/ 345128 w 5807985"/>
              <a:gd name="connsiteY8" fmla="*/ 2217566 h 2463032"/>
              <a:gd name="connsiteX9" fmla="*/ 0 w 5807985"/>
              <a:gd name="connsiteY9" fmla="*/ 2463032 h 2463032"/>
              <a:gd name="connsiteX10" fmla="*/ 12860 w 5807985"/>
              <a:gd name="connsiteY10" fmla="*/ 2463032 h 2463032"/>
              <a:gd name="connsiteX11" fmla="*/ 349289 w 5807985"/>
              <a:gd name="connsiteY11" fmla="*/ 2225698 h 2463032"/>
              <a:gd name="connsiteX12" fmla="*/ 1022714 w 5807985"/>
              <a:gd name="connsiteY12" fmla="*/ 2066088 h 2463032"/>
              <a:gd name="connsiteX13" fmla="*/ 1937256 w 5807985"/>
              <a:gd name="connsiteY13" fmla="*/ 2152511 h 2463032"/>
              <a:gd name="connsiteX14" fmla="*/ 2392825 w 5807985"/>
              <a:gd name="connsiteY14" fmla="*/ 2218511 h 2463032"/>
              <a:gd name="connsiteX15" fmla="*/ 3722466 w 5807985"/>
              <a:gd name="connsiteY15" fmla="*/ 1970965 h 2463032"/>
              <a:gd name="connsiteX16" fmla="*/ 4377359 w 5807985"/>
              <a:gd name="connsiteY16" fmla="*/ 1055477 h 2463032"/>
              <a:gd name="connsiteX17" fmla="*/ 4382843 w 5807985"/>
              <a:gd name="connsiteY17" fmla="*/ 1044509 h 2463032"/>
              <a:gd name="connsiteX18" fmla="*/ 5066480 w 5807985"/>
              <a:gd name="connsiteY18" fmla="*/ 144528 h 2463032"/>
              <a:gd name="connsiteX19" fmla="*/ 5807985 w 5807985"/>
              <a:gd name="connsiteY19" fmla="*/ 53377 h 2463032"/>
              <a:gd name="connsiteX20" fmla="*/ 5807985 w 5807985"/>
              <a:gd name="connsiteY20" fmla="*/ 43921 h 2463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807985" h="2463032">
                <a:moveTo>
                  <a:pt x="5807796" y="43921"/>
                </a:moveTo>
                <a:cubicBezTo>
                  <a:pt x="5570651" y="-41368"/>
                  <a:pt x="5273935" y="1749"/>
                  <a:pt x="5061375" y="136964"/>
                </a:cubicBezTo>
                <a:cubicBezTo>
                  <a:pt x="4745369" y="338178"/>
                  <a:pt x="4556069" y="679146"/>
                  <a:pt x="4374333" y="1040537"/>
                </a:cubicBezTo>
                <a:lnTo>
                  <a:pt x="4368849" y="1051506"/>
                </a:lnTo>
                <a:cubicBezTo>
                  <a:pt x="4198270" y="1390961"/>
                  <a:pt x="4021829" y="1741951"/>
                  <a:pt x="3716793" y="1963589"/>
                </a:cubicBezTo>
                <a:cubicBezTo>
                  <a:pt x="3400977" y="2193170"/>
                  <a:pt x="2968101" y="2273543"/>
                  <a:pt x="2393581" y="2209434"/>
                </a:cubicBezTo>
                <a:cubicBezTo>
                  <a:pt x="2241536" y="2192414"/>
                  <a:pt x="2087410" y="2167640"/>
                  <a:pt x="1938391" y="2143623"/>
                </a:cubicBezTo>
                <a:cubicBezTo>
                  <a:pt x="1639027" y="2095400"/>
                  <a:pt x="1329641" y="2045475"/>
                  <a:pt x="1022146" y="2057010"/>
                </a:cubicBezTo>
                <a:cubicBezTo>
                  <a:pt x="778193" y="2066277"/>
                  <a:pt x="544073" y="2121686"/>
                  <a:pt x="345128" y="2217566"/>
                </a:cubicBezTo>
                <a:cubicBezTo>
                  <a:pt x="208022" y="2283566"/>
                  <a:pt x="92665" y="2365829"/>
                  <a:pt x="0" y="2463032"/>
                </a:cubicBezTo>
                <a:lnTo>
                  <a:pt x="12860" y="2463032"/>
                </a:lnTo>
                <a:cubicBezTo>
                  <a:pt x="103822" y="2369233"/>
                  <a:pt x="216154" y="2289806"/>
                  <a:pt x="349289" y="2225698"/>
                </a:cubicBezTo>
                <a:cubicBezTo>
                  <a:pt x="547099" y="2130575"/>
                  <a:pt x="779895" y="2075354"/>
                  <a:pt x="1022714" y="2066088"/>
                </a:cubicBezTo>
                <a:cubicBezTo>
                  <a:pt x="1329452" y="2054363"/>
                  <a:pt x="1638460" y="2104288"/>
                  <a:pt x="1937256" y="2152511"/>
                </a:cubicBezTo>
                <a:cubicBezTo>
                  <a:pt x="2086465" y="2176529"/>
                  <a:pt x="2240591" y="2201491"/>
                  <a:pt x="2392825" y="2218511"/>
                </a:cubicBezTo>
                <a:cubicBezTo>
                  <a:pt x="2969803" y="2282998"/>
                  <a:pt x="3404759" y="2201870"/>
                  <a:pt x="3722466" y="1970965"/>
                </a:cubicBezTo>
                <a:cubicBezTo>
                  <a:pt x="4029394" y="1747813"/>
                  <a:pt x="4206213" y="1395877"/>
                  <a:pt x="4377359" y="1055477"/>
                </a:cubicBezTo>
                <a:lnTo>
                  <a:pt x="4382843" y="1044509"/>
                </a:lnTo>
                <a:cubicBezTo>
                  <a:pt x="4563823" y="684441"/>
                  <a:pt x="4752367" y="344608"/>
                  <a:pt x="5066480" y="144528"/>
                </a:cubicBezTo>
                <a:cubicBezTo>
                  <a:pt x="5277717" y="10070"/>
                  <a:pt x="5573110" y="-32480"/>
                  <a:pt x="5807985" y="53377"/>
                </a:cubicBezTo>
                <a:lnTo>
                  <a:pt x="5807985" y="43921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zh-CN" altLang="en-US" dirty="0"/>
          </a:p>
        </p:txBody>
      </p:sp>
      <p:sp>
        <p:nvSpPr>
          <p:cNvPr id="7" name="ïŝliďê">
            <a:extLst>
              <a:ext uri="{FF2B5EF4-FFF2-40B4-BE49-F238E27FC236}">
                <a16:creationId xmlns:a16="http://schemas.microsoft.com/office/drawing/2014/main" id="{BD848940-475B-5FBD-2498-0BDCDDC6BEDF}"/>
              </a:ext>
            </a:extLst>
          </p:cNvPr>
          <p:cNvSpPr/>
          <p:nvPr/>
        </p:nvSpPr>
        <p:spPr>
          <a:xfrm rot="16519762" flipV="1">
            <a:off x="9425199" y="1246924"/>
            <a:ext cx="4122207" cy="1755429"/>
          </a:xfrm>
          <a:custGeom>
            <a:avLst/>
            <a:gdLst>
              <a:gd name="connsiteX0" fmla="*/ 4122208 w 4122207"/>
              <a:gd name="connsiteY0" fmla="*/ 1684350 h 1755429"/>
              <a:gd name="connsiteX1" fmla="*/ 3338009 w 4122207"/>
              <a:gd name="connsiteY1" fmla="*/ 1643275 h 1755429"/>
              <a:gd name="connsiteX2" fmla="*/ 3029514 w 4122207"/>
              <a:gd name="connsiteY2" fmla="*/ 1450137 h 1755429"/>
              <a:gd name="connsiteX3" fmla="*/ 2596340 w 4122207"/>
              <a:gd name="connsiteY3" fmla="*/ 1208933 h 1755429"/>
              <a:gd name="connsiteX4" fmla="*/ 1629783 w 4122207"/>
              <a:gd name="connsiteY4" fmla="*/ 1354297 h 1755429"/>
              <a:gd name="connsiteX5" fmla="*/ 674295 w 4122207"/>
              <a:gd name="connsiteY5" fmla="*/ 1500243 h 1755429"/>
              <a:gd name="connsiteX6" fmla="*/ 33710 w 4122207"/>
              <a:gd name="connsiteY6" fmla="*/ 695646 h 1755429"/>
              <a:gd name="connsiteX7" fmla="*/ 66337 w 4122207"/>
              <a:gd name="connsiteY7" fmla="*/ 0 h 1755429"/>
              <a:gd name="connsiteX8" fmla="*/ 52063 w 4122207"/>
              <a:gd name="connsiteY8" fmla="*/ 0 h 1755429"/>
              <a:gd name="connsiteX9" fmla="*/ 20019 w 4122207"/>
              <a:gd name="connsiteY9" fmla="*/ 697977 h 1755429"/>
              <a:gd name="connsiteX10" fmla="*/ 670508 w 4122207"/>
              <a:gd name="connsiteY10" fmla="*/ 1513934 h 1755429"/>
              <a:gd name="connsiteX11" fmla="*/ 1634735 w 4122207"/>
              <a:gd name="connsiteY11" fmla="*/ 1367697 h 1755429"/>
              <a:gd name="connsiteX12" fmla="*/ 2592262 w 4122207"/>
              <a:gd name="connsiteY12" fmla="*/ 1222625 h 1755429"/>
              <a:gd name="connsiteX13" fmla="*/ 3021358 w 4122207"/>
              <a:gd name="connsiteY13" fmla="*/ 1461790 h 1755429"/>
              <a:gd name="connsiteX14" fmla="*/ 3331891 w 4122207"/>
              <a:gd name="connsiteY14" fmla="*/ 1656093 h 1755429"/>
              <a:gd name="connsiteX15" fmla="*/ 3781961 w 4122207"/>
              <a:gd name="connsiteY15" fmla="*/ 1755429 h 1755429"/>
              <a:gd name="connsiteX16" fmla="*/ 4122208 w 4122207"/>
              <a:gd name="connsiteY16" fmla="*/ 1699498 h 1755429"/>
              <a:gd name="connsiteX17" fmla="*/ 4122208 w 4122207"/>
              <a:gd name="connsiteY17" fmla="*/ 1684350 h 1755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122207" h="1755429">
                <a:moveTo>
                  <a:pt x="4122208" y="1684350"/>
                </a:moveTo>
                <a:cubicBezTo>
                  <a:pt x="3869644" y="1772325"/>
                  <a:pt x="3579502" y="1757760"/>
                  <a:pt x="3338009" y="1643275"/>
                </a:cubicBezTo>
                <a:cubicBezTo>
                  <a:pt x="3229060" y="1591422"/>
                  <a:pt x="3127685" y="1519760"/>
                  <a:pt x="3029514" y="1450137"/>
                </a:cubicBezTo>
                <a:cubicBezTo>
                  <a:pt x="2895222" y="1354879"/>
                  <a:pt x="2756268" y="1256417"/>
                  <a:pt x="2596340" y="1208933"/>
                </a:cubicBezTo>
                <a:cubicBezTo>
                  <a:pt x="2277068" y="1114258"/>
                  <a:pt x="1947891" y="1236316"/>
                  <a:pt x="1629783" y="1354297"/>
                </a:cubicBezTo>
                <a:cubicBezTo>
                  <a:pt x="1314588" y="1471112"/>
                  <a:pt x="988616" y="1592005"/>
                  <a:pt x="674295" y="1500243"/>
                </a:cubicBezTo>
                <a:cubicBezTo>
                  <a:pt x="307831" y="1393332"/>
                  <a:pt x="88476" y="1019000"/>
                  <a:pt x="33710" y="695646"/>
                </a:cubicBezTo>
                <a:cubicBezTo>
                  <a:pt x="-5907" y="460560"/>
                  <a:pt x="18854" y="220230"/>
                  <a:pt x="66337" y="0"/>
                </a:cubicBezTo>
                <a:lnTo>
                  <a:pt x="52063" y="0"/>
                </a:lnTo>
                <a:cubicBezTo>
                  <a:pt x="4580" y="220812"/>
                  <a:pt x="-19890" y="462016"/>
                  <a:pt x="20019" y="697977"/>
                </a:cubicBezTo>
                <a:cubicBezTo>
                  <a:pt x="75367" y="1025700"/>
                  <a:pt x="298217" y="1405276"/>
                  <a:pt x="670508" y="1513934"/>
                </a:cubicBezTo>
                <a:cubicBezTo>
                  <a:pt x="989198" y="1606862"/>
                  <a:pt x="1317502" y="1485386"/>
                  <a:pt x="1634735" y="1367697"/>
                </a:cubicBezTo>
                <a:cubicBezTo>
                  <a:pt x="1950804" y="1250591"/>
                  <a:pt x="2277359" y="1129406"/>
                  <a:pt x="2592262" y="1222625"/>
                </a:cubicBezTo>
                <a:cubicBezTo>
                  <a:pt x="2750151" y="1269526"/>
                  <a:pt x="2887939" y="1367114"/>
                  <a:pt x="3021358" y="1461790"/>
                </a:cubicBezTo>
                <a:cubicBezTo>
                  <a:pt x="3119820" y="1531704"/>
                  <a:pt x="3221777" y="1603657"/>
                  <a:pt x="3331891" y="1656093"/>
                </a:cubicBezTo>
                <a:cubicBezTo>
                  <a:pt x="3471136" y="1722220"/>
                  <a:pt x="3626694" y="1755429"/>
                  <a:pt x="3781961" y="1755429"/>
                </a:cubicBezTo>
                <a:cubicBezTo>
                  <a:pt x="3897610" y="1755429"/>
                  <a:pt x="4013259" y="1736786"/>
                  <a:pt x="4122208" y="1699498"/>
                </a:cubicBezTo>
                <a:lnTo>
                  <a:pt x="4122208" y="1684350"/>
                </a:lnTo>
                <a:close/>
              </a:path>
            </a:pathLst>
          </a:custGeom>
          <a:solidFill>
            <a:schemeClr val="accent4"/>
          </a:solidFill>
          <a:ln w="12700" cap="flat"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8" name="ï$1iďê">
            <a:extLst>
              <a:ext uri="{FF2B5EF4-FFF2-40B4-BE49-F238E27FC236}">
                <a16:creationId xmlns:a16="http://schemas.microsoft.com/office/drawing/2014/main" id="{22153EF7-4EA9-BF31-9F65-6A2ED9AEA63B}"/>
              </a:ext>
            </a:extLst>
          </p:cNvPr>
          <p:cNvSpPr/>
          <p:nvPr/>
        </p:nvSpPr>
        <p:spPr>
          <a:xfrm>
            <a:off x="8122430" y="0"/>
            <a:ext cx="1625600" cy="812800"/>
          </a:xfrm>
          <a:custGeom>
            <a:avLst/>
            <a:gdLst>
              <a:gd name="connsiteX0" fmla="*/ 0 w 1625600"/>
              <a:gd name="connsiteY0" fmla="*/ 0 h 812800"/>
              <a:gd name="connsiteX1" fmla="*/ 146743 w 1625600"/>
              <a:gd name="connsiteY1" fmla="*/ 0 h 812800"/>
              <a:gd name="connsiteX2" fmla="*/ 812800 w 1625600"/>
              <a:gd name="connsiteY2" fmla="*/ 666057 h 812800"/>
              <a:gd name="connsiteX3" fmla="*/ 1478857 w 1625600"/>
              <a:gd name="connsiteY3" fmla="*/ 0 h 812800"/>
              <a:gd name="connsiteX4" fmla="*/ 1625600 w 1625600"/>
              <a:gd name="connsiteY4" fmla="*/ 0 h 812800"/>
              <a:gd name="connsiteX5" fmla="*/ 812800 w 1625600"/>
              <a:gd name="connsiteY5" fmla="*/ 812800 h 812800"/>
              <a:gd name="connsiteX6" fmla="*/ 0 w 1625600"/>
              <a:gd name="connsiteY6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0" h="812800">
                <a:moveTo>
                  <a:pt x="0" y="0"/>
                </a:moveTo>
                <a:lnTo>
                  <a:pt x="146743" y="0"/>
                </a:lnTo>
                <a:cubicBezTo>
                  <a:pt x="146743" y="367853"/>
                  <a:pt x="444947" y="666057"/>
                  <a:pt x="812800" y="666057"/>
                </a:cubicBezTo>
                <a:cubicBezTo>
                  <a:pt x="1180653" y="666057"/>
                  <a:pt x="1478857" y="367853"/>
                  <a:pt x="1478857" y="0"/>
                </a:cubicBezTo>
                <a:lnTo>
                  <a:pt x="1625600" y="0"/>
                </a:lnTo>
                <a:cubicBezTo>
                  <a:pt x="1625600" y="448897"/>
                  <a:pt x="1261697" y="812800"/>
                  <a:pt x="812800" y="812800"/>
                </a:cubicBezTo>
                <a:cubicBezTo>
                  <a:pt x="363903" y="812800"/>
                  <a:pt x="0" y="448897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0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9" name="îṥ1íḓé">
            <a:extLst>
              <a:ext uri="{FF2B5EF4-FFF2-40B4-BE49-F238E27FC236}">
                <a16:creationId xmlns:a16="http://schemas.microsoft.com/office/drawing/2014/main" id="{1741408C-41FC-EFE7-367F-0C62A77FC57B}"/>
              </a:ext>
            </a:extLst>
          </p:cNvPr>
          <p:cNvSpPr/>
          <p:nvPr/>
        </p:nvSpPr>
        <p:spPr>
          <a:xfrm flipV="1">
            <a:off x="9924979" y="-196712"/>
            <a:ext cx="943896" cy="242542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sz="1400" b="1" dirty="0">
              <a:solidFill>
                <a:srgbClr val="5747E1"/>
              </a:solidFill>
            </a:endParaRPr>
          </a:p>
        </p:txBody>
      </p:sp>
      <p:sp>
        <p:nvSpPr>
          <p:cNvPr id="10" name="author">
            <a:extLst>
              <a:ext uri="{FF2B5EF4-FFF2-40B4-BE49-F238E27FC236}">
                <a16:creationId xmlns:a16="http://schemas.microsoft.com/office/drawing/2014/main" id="{9C4E71C5-DDE1-D761-A5EF-6F1F6206BBD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642349" y="5014944"/>
            <a:ext cx="1223902" cy="311947"/>
          </a:xfrm>
          <a:prstGeom prst="flowChartTerminator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  <a:latin typeface="思源宋体 CN" panose="02020400000000000000" pitchFamily="18" charset="-122"/>
                <a:ea typeface="思源黑体 CN Bold" panose="020B0800000000000000" pitchFamily="34" charset="-122"/>
                <a:sym typeface=""/>
              </a:rPr>
              <a:t>Presentation</a:t>
            </a:r>
            <a:endParaRPr lang="en-US" altLang="zh-CN" sz="900" b="1" dirty="0">
              <a:solidFill>
                <a:schemeClr val="bg1"/>
              </a:solidFill>
              <a:latin typeface="思源宋体 CN" panose="02020400000000000000" pitchFamily="18" charset="-122"/>
              <a:ea typeface="思源黑体 CN Bold" panose="020B0800000000000000" pitchFamily="34" charset="-122"/>
              <a:sym typeface=""/>
            </a:endParaRPr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5E2C2A92-3838-0879-97AF-76CE46673C7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25751" y="5014944"/>
            <a:ext cx="1223902" cy="311947"/>
          </a:xfrm>
          <a:prstGeom prst="flowChartTerminator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  <a:latin typeface="思源宋体 CN" panose="02020400000000000000" pitchFamily="18" charset="-122"/>
                <a:ea typeface="思源黑体 CN Bold" panose="020B0800000000000000" pitchFamily="34" charset="-122"/>
                <a:sym typeface=""/>
              </a:rPr>
              <a:t>2025-11-10</a:t>
            </a:r>
            <a:endParaRPr lang="en-US" altLang="zh-CN" sz="900" b="1" dirty="0">
              <a:solidFill>
                <a:schemeClr val="bg1"/>
              </a:solidFill>
              <a:latin typeface="思源宋体 CN" panose="02020400000000000000" pitchFamily="18" charset="-122"/>
              <a:ea typeface="思源黑体 CN Bold" panose="020B0800000000000000" pitchFamily="34" charset="-122"/>
              <a:sym typeface=""/>
            </a:endParaRP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6C0346D2-76BC-8404-3667-25B5312A87E8}"/>
              </a:ext>
            </a:extLst>
          </p:cNvPr>
          <p:cNvSpPr txBox="1"/>
          <p:nvPr/>
        </p:nvSpPr>
        <p:spPr>
          <a:xfrm>
            <a:off x="3019656" y="2763504"/>
            <a:ext cx="6152687" cy="1247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Thank You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9AF4C6FF-CDDF-BC97-5F78-D1E93D1FB0E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16490" y="4110592"/>
            <a:ext cx="5782594" cy="552972"/>
          </a:xfrm>
          <a:prstGeom prst="rect">
            <a:avLst/>
          </a:prstGeom>
          <a:ln>
            <a:noFill/>
          </a:ln>
          <a:effectLst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Arial" panose="020B0604020202020204" pitchFamily="34" charset="0"/>
              </a:rPr>
              <a:t>Quantum Future Ahead</a:t>
            </a:r>
          </a:p>
        </p:txBody>
      </p:sp>
      <p:sp>
        <p:nvSpPr>
          <p:cNvPr id="14" name="ppt_type">
            <a:extLst>
              <a:ext uri="{FF2B5EF4-FFF2-40B4-BE49-F238E27FC236}">
                <a16:creationId xmlns:a16="http://schemas.microsoft.com/office/drawing/2014/main" id="{9D34402D-B1AE-2000-53B3-EEFDBE1179DF}"/>
              </a:ext>
            </a:extLst>
          </p:cNvPr>
          <p:cNvSpPr txBox="1"/>
          <p:nvPr/>
        </p:nvSpPr>
        <p:spPr>
          <a:xfrm>
            <a:off x="2806701" y="1953075"/>
            <a:ext cx="6602174" cy="669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3600" dirty="0">
                <a:solidFill>
                  <a:schemeClr val="accent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Academic Presentation</a:t>
            </a:r>
            <a:endParaRPr lang="zh-CN" altLang="en-US" sz="2800" dirty="0">
              <a:solidFill>
                <a:schemeClr val="accent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8" name="iconfont-1192-812027">
            <a:extLst>
              <a:ext uri="{FF2B5EF4-FFF2-40B4-BE49-F238E27FC236}">
                <a16:creationId xmlns:a16="http://schemas.microsoft.com/office/drawing/2014/main" id="{4149B5E1-4EBC-F07D-3B40-384733B2A518}"/>
              </a:ext>
            </a:extLst>
          </p:cNvPr>
          <p:cNvSpPr/>
          <p:nvPr/>
        </p:nvSpPr>
        <p:spPr>
          <a:xfrm>
            <a:off x="632235" y="803785"/>
            <a:ext cx="413062" cy="412440"/>
          </a:xfrm>
          <a:custGeom>
            <a:avLst/>
            <a:gdLst>
              <a:gd name="connsiteX0" fmla="*/ 445247 w 609262"/>
              <a:gd name="connsiteY0" fmla="*/ 196101 h 608345"/>
              <a:gd name="connsiteX1" fmla="*/ 577480 w 609262"/>
              <a:gd name="connsiteY1" fmla="*/ 196101 h 608345"/>
              <a:gd name="connsiteX2" fmla="*/ 609262 w 609262"/>
              <a:gd name="connsiteY2" fmla="*/ 227930 h 608345"/>
              <a:gd name="connsiteX3" fmla="*/ 609262 w 609262"/>
              <a:gd name="connsiteY3" fmla="*/ 576612 h 608345"/>
              <a:gd name="connsiteX4" fmla="*/ 577480 w 609262"/>
              <a:gd name="connsiteY4" fmla="*/ 608345 h 608345"/>
              <a:gd name="connsiteX5" fmla="*/ 228262 w 609262"/>
              <a:gd name="connsiteY5" fmla="*/ 608345 h 608345"/>
              <a:gd name="connsiteX6" fmla="*/ 196384 w 609262"/>
              <a:gd name="connsiteY6" fmla="*/ 576612 h 608345"/>
              <a:gd name="connsiteX7" fmla="*/ 196384 w 609262"/>
              <a:gd name="connsiteY7" fmla="*/ 444582 h 608345"/>
              <a:gd name="connsiteX8" fmla="*/ 260044 w 609262"/>
              <a:gd name="connsiteY8" fmla="*/ 444582 h 608345"/>
              <a:gd name="connsiteX9" fmla="*/ 260044 w 609262"/>
              <a:gd name="connsiteY9" fmla="*/ 544878 h 608345"/>
              <a:gd name="connsiteX10" fmla="*/ 545698 w 609262"/>
              <a:gd name="connsiteY10" fmla="*/ 544878 h 608345"/>
              <a:gd name="connsiteX11" fmla="*/ 545698 w 609262"/>
              <a:gd name="connsiteY11" fmla="*/ 259664 h 608345"/>
              <a:gd name="connsiteX12" fmla="*/ 445247 w 609262"/>
              <a:gd name="connsiteY12" fmla="*/ 259664 h 608345"/>
              <a:gd name="connsiteX13" fmla="*/ 19936 w 609262"/>
              <a:gd name="connsiteY13" fmla="*/ 0 h 608345"/>
              <a:gd name="connsiteX14" fmla="*/ 382922 w 609262"/>
              <a:gd name="connsiteY14" fmla="*/ 0 h 608345"/>
              <a:gd name="connsiteX15" fmla="*/ 402858 w 609262"/>
              <a:gd name="connsiteY15" fmla="*/ 19908 h 608345"/>
              <a:gd name="connsiteX16" fmla="*/ 402858 w 609262"/>
              <a:gd name="connsiteY16" fmla="*/ 382386 h 608345"/>
              <a:gd name="connsiteX17" fmla="*/ 382922 w 609262"/>
              <a:gd name="connsiteY17" fmla="*/ 402294 h 608345"/>
              <a:gd name="connsiteX18" fmla="*/ 19936 w 609262"/>
              <a:gd name="connsiteY18" fmla="*/ 402294 h 608345"/>
              <a:gd name="connsiteX19" fmla="*/ 0 w 609262"/>
              <a:gd name="connsiteY19" fmla="*/ 382386 h 608345"/>
              <a:gd name="connsiteX20" fmla="*/ 0 w 609262"/>
              <a:gd name="connsiteY20" fmla="*/ 19908 h 608345"/>
              <a:gd name="connsiteX21" fmla="*/ 19936 w 609262"/>
              <a:gd name="connsiteY21" fmla="*/ 0 h 608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9262" h="608345">
                <a:moveTo>
                  <a:pt x="445247" y="196101"/>
                </a:moveTo>
                <a:lnTo>
                  <a:pt x="577480" y="196101"/>
                </a:lnTo>
                <a:cubicBezTo>
                  <a:pt x="595008" y="196101"/>
                  <a:pt x="609262" y="210333"/>
                  <a:pt x="609262" y="227930"/>
                </a:cubicBezTo>
                <a:lnTo>
                  <a:pt x="609262" y="576612"/>
                </a:lnTo>
                <a:cubicBezTo>
                  <a:pt x="609262" y="594113"/>
                  <a:pt x="595008" y="608345"/>
                  <a:pt x="577480" y="608345"/>
                </a:cubicBezTo>
                <a:lnTo>
                  <a:pt x="228262" y="608345"/>
                </a:lnTo>
                <a:cubicBezTo>
                  <a:pt x="210638" y="608345"/>
                  <a:pt x="196384" y="594113"/>
                  <a:pt x="196384" y="576612"/>
                </a:cubicBezTo>
                <a:lnTo>
                  <a:pt x="196384" y="444582"/>
                </a:lnTo>
                <a:lnTo>
                  <a:pt x="260044" y="444582"/>
                </a:lnTo>
                <a:lnTo>
                  <a:pt x="260044" y="544878"/>
                </a:lnTo>
                <a:lnTo>
                  <a:pt x="545698" y="544878"/>
                </a:lnTo>
                <a:lnTo>
                  <a:pt x="545698" y="259664"/>
                </a:lnTo>
                <a:lnTo>
                  <a:pt x="445247" y="259664"/>
                </a:lnTo>
                <a:close/>
                <a:moveTo>
                  <a:pt x="19936" y="0"/>
                </a:moveTo>
                <a:lnTo>
                  <a:pt x="382922" y="0"/>
                </a:lnTo>
                <a:cubicBezTo>
                  <a:pt x="393901" y="0"/>
                  <a:pt x="402858" y="8848"/>
                  <a:pt x="402858" y="19908"/>
                </a:cubicBezTo>
                <a:lnTo>
                  <a:pt x="402858" y="382386"/>
                </a:lnTo>
                <a:cubicBezTo>
                  <a:pt x="402858" y="393350"/>
                  <a:pt x="393901" y="402294"/>
                  <a:pt x="382922" y="402294"/>
                </a:cubicBezTo>
                <a:lnTo>
                  <a:pt x="19936" y="402294"/>
                </a:lnTo>
                <a:cubicBezTo>
                  <a:pt x="8957" y="402294"/>
                  <a:pt x="0" y="393350"/>
                  <a:pt x="0" y="382386"/>
                </a:cubicBezTo>
                <a:lnTo>
                  <a:pt x="0" y="19908"/>
                </a:lnTo>
                <a:cubicBezTo>
                  <a:pt x="0" y="8848"/>
                  <a:pt x="8957" y="0"/>
                  <a:pt x="1993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47C3834-A515-0CDF-F105-00BB8AB3872F}"/>
              </a:ext>
            </a:extLst>
          </p:cNvPr>
          <p:cNvGrpSpPr/>
          <p:nvPr/>
        </p:nvGrpSpPr>
        <p:grpSpPr>
          <a:xfrm rot="5400000" flipH="1">
            <a:off x="10693966" y="5521423"/>
            <a:ext cx="292598" cy="1346667"/>
            <a:chOff x="1724433" y="1612606"/>
            <a:chExt cx="241950" cy="1113561"/>
          </a:xfrm>
          <a:solidFill>
            <a:schemeClr val="accent2"/>
          </a:solidFill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77FD0790-3066-C153-FD33-BC259F357C2D}"/>
                </a:ext>
              </a:extLst>
            </p:cNvPr>
            <p:cNvGrpSpPr/>
            <p:nvPr/>
          </p:nvGrpSpPr>
          <p:grpSpPr>
            <a:xfrm>
              <a:off x="1898681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059B105E-508F-B46F-1668-9578045C9181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4E82FBE1-444C-0945-A3C0-B6C58C1F7946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120C62A3-ECD8-F2D6-B70B-3F854E2D6D68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4E69587B-3C2E-07A2-28BB-8C5CC0A6955F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9E26F675-BCFA-1C0B-5F5E-4AC3F667D2F6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75798940-E186-53FA-DE9B-214DD91FD9E4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00AE2970-57F5-966F-D41A-842A6F6E01CD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8B1C99E1-D508-E380-B84D-1305A428205A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E1BD8E19-9FD7-6B1C-C6C2-7EF1C038041F}"/>
                </a:ext>
              </a:extLst>
            </p:cNvPr>
            <p:cNvGrpSpPr/>
            <p:nvPr/>
          </p:nvGrpSpPr>
          <p:grpSpPr>
            <a:xfrm>
              <a:off x="1724433" y="1612606"/>
              <a:ext cx="67702" cy="1113561"/>
              <a:chOff x="2041334" y="1597820"/>
              <a:chExt cx="67702" cy="1113561"/>
            </a:xfrm>
            <a:grpFill/>
          </p:grpSpPr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953865A8-419E-3C8A-CD12-718520DEF771}"/>
                  </a:ext>
                </a:extLst>
              </p:cNvPr>
              <p:cNvSpPr/>
              <p:nvPr/>
            </p:nvSpPr>
            <p:spPr>
              <a:xfrm>
                <a:off x="2041334" y="159782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58C6AC17-620F-B33A-56FC-E1B8F1C58D31}"/>
                  </a:ext>
                </a:extLst>
              </p:cNvPr>
              <p:cNvSpPr/>
              <p:nvPr/>
            </p:nvSpPr>
            <p:spPr>
              <a:xfrm>
                <a:off x="2041334" y="174722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561AB02E-E6B0-8D57-FBD2-663F14E71DE8}"/>
                  </a:ext>
                </a:extLst>
              </p:cNvPr>
              <p:cNvSpPr/>
              <p:nvPr/>
            </p:nvSpPr>
            <p:spPr>
              <a:xfrm>
                <a:off x="2041334" y="1896636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57D8F31-652F-521B-BB22-791F65ED4E0E}"/>
                  </a:ext>
                </a:extLst>
              </p:cNvPr>
              <p:cNvSpPr/>
              <p:nvPr/>
            </p:nvSpPr>
            <p:spPr>
              <a:xfrm>
                <a:off x="2041334" y="2046044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71B40D23-3769-3BE6-6C23-26682D0DC9B2}"/>
                  </a:ext>
                </a:extLst>
              </p:cNvPr>
              <p:cNvSpPr/>
              <p:nvPr/>
            </p:nvSpPr>
            <p:spPr>
              <a:xfrm>
                <a:off x="2041334" y="2195452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0031E098-2E73-6E34-5251-C1B516BA7A95}"/>
                  </a:ext>
                </a:extLst>
              </p:cNvPr>
              <p:cNvSpPr/>
              <p:nvPr/>
            </p:nvSpPr>
            <p:spPr>
              <a:xfrm>
                <a:off x="2041334" y="2344860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DDA15745-D799-918C-807E-0754CEE20FE4}"/>
                  </a:ext>
                </a:extLst>
              </p:cNvPr>
              <p:cNvSpPr/>
              <p:nvPr/>
            </p:nvSpPr>
            <p:spPr>
              <a:xfrm>
                <a:off x="2041334" y="2494268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82464234-58BA-5C0A-CFBB-BF65A66E5769}"/>
                  </a:ext>
                </a:extLst>
              </p:cNvPr>
              <p:cNvSpPr/>
              <p:nvPr/>
            </p:nvSpPr>
            <p:spPr>
              <a:xfrm>
                <a:off x="2041334" y="2643679"/>
                <a:ext cx="67702" cy="67702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9" name="íṧ1iḑê">
            <a:extLst>
              <a:ext uri="{FF2B5EF4-FFF2-40B4-BE49-F238E27FC236}">
                <a16:creationId xmlns:a16="http://schemas.microsoft.com/office/drawing/2014/main" id="{0188DA66-2999-A5EC-15BC-EC47775EE42D}"/>
              </a:ext>
            </a:extLst>
          </p:cNvPr>
          <p:cNvSpPr/>
          <p:nvPr/>
        </p:nvSpPr>
        <p:spPr>
          <a:xfrm rot="3717444" flipH="1">
            <a:off x="10947569" y="-335750"/>
            <a:ext cx="2766534" cy="2703498"/>
          </a:xfrm>
          <a:custGeom>
            <a:avLst/>
            <a:gdLst>
              <a:gd name="connsiteX0" fmla="*/ 1646390 w 1646390"/>
              <a:gd name="connsiteY0" fmla="*/ 833615 h 1608877"/>
              <a:gd name="connsiteX1" fmla="*/ 1646390 w 1646390"/>
              <a:gd name="connsiteY1" fmla="*/ 850287 h 1608877"/>
              <a:gd name="connsiteX2" fmla="*/ 0 w 1646390"/>
              <a:gd name="connsiteY2" fmla="*/ 850287 h 1608877"/>
              <a:gd name="connsiteX3" fmla="*/ 0 w 1646390"/>
              <a:gd name="connsiteY3" fmla="*/ 833615 h 1608877"/>
              <a:gd name="connsiteX4" fmla="*/ 1646390 w 1646390"/>
              <a:gd name="connsiteY4" fmla="*/ 833615 h 1608877"/>
              <a:gd name="connsiteX5" fmla="*/ 39597 w 1646390"/>
              <a:gd name="connsiteY5" fmla="*/ 1060775 h 1608877"/>
              <a:gd name="connsiteX6" fmla="*/ 45849 w 1646390"/>
              <a:gd name="connsiteY6" fmla="*/ 1077448 h 1608877"/>
              <a:gd name="connsiteX7" fmla="*/ 1600541 w 1646390"/>
              <a:gd name="connsiteY7" fmla="*/ 1077448 h 1608877"/>
              <a:gd name="connsiteX8" fmla="*/ 1606793 w 1646390"/>
              <a:gd name="connsiteY8" fmla="*/ 1060775 h 1608877"/>
              <a:gd name="connsiteX9" fmla="*/ 39597 w 1646390"/>
              <a:gd name="connsiteY9" fmla="*/ 1060775 h 1608877"/>
              <a:gd name="connsiteX10" fmla="*/ 108370 w 1646390"/>
              <a:gd name="connsiteY10" fmla="*/ 1212910 h 1608877"/>
              <a:gd name="connsiteX11" fmla="*/ 116706 w 1646390"/>
              <a:gd name="connsiteY11" fmla="*/ 1229582 h 1608877"/>
              <a:gd name="connsiteX12" fmla="*/ 1529684 w 1646390"/>
              <a:gd name="connsiteY12" fmla="*/ 1229582 h 1608877"/>
              <a:gd name="connsiteX13" fmla="*/ 1538020 w 1646390"/>
              <a:gd name="connsiteY13" fmla="*/ 1212910 h 1608877"/>
              <a:gd name="connsiteX14" fmla="*/ 108370 w 1646390"/>
              <a:gd name="connsiteY14" fmla="*/ 1212910 h 1608877"/>
              <a:gd name="connsiteX15" fmla="*/ 18756 w 1646390"/>
              <a:gd name="connsiteY15" fmla="*/ 985750 h 1608877"/>
              <a:gd name="connsiteX16" fmla="*/ 22924 w 1646390"/>
              <a:gd name="connsiteY16" fmla="*/ 1000338 h 1608877"/>
              <a:gd name="connsiteX17" fmla="*/ 1623466 w 1646390"/>
              <a:gd name="connsiteY17" fmla="*/ 1000338 h 1608877"/>
              <a:gd name="connsiteX18" fmla="*/ 1627634 w 1646390"/>
              <a:gd name="connsiteY18" fmla="*/ 983666 h 1608877"/>
              <a:gd name="connsiteX19" fmla="*/ 18756 w 1646390"/>
              <a:gd name="connsiteY19" fmla="*/ 983666 h 1608877"/>
              <a:gd name="connsiteX20" fmla="*/ 6252 w 1646390"/>
              <a:gd name="connsiteY20" fmla="*/ 908640 h 1608877"/>
              <a:gd name="connsiteX21" fmla="*/ 8336 w 1646390"/>
              <a:gd name="connsiteY21" fmla="*/ 925313 h 1608877"/>
              <a:gd name="connsiteX22" fmla="*/ 1638054 w 1646390"/>
              <a:gd name="connsiteY22" fmla="*/ 925313 h 1608877"/>
              <a:gd name="connsiteX23" fmla="*/ 1640138 w 1646390"/>
              <a:gd name="connsiteY23" fmla="*/ 908640 h 1608877"/>
              <a:gd name="connsiteX24" fmla="*/ 6252 w 1646390"/>
              <a:gd name="connsiteY24" fmla="*/ 908640 h 1608877"/>
              <a:gd name="connsiteX25" fmla="*/ 408471 w 1646390"/>
              <a:gd name="connsiteY25" fmla="*/ 1515095 h 1608877"/>
              <a:gd name="connsiteX26" fmla="*/ 435564 w 1646390"/>
              <a:gd name="connsiteY26" fmla="*/ 1531768 h 1608877"/>
              <a:gd name="connsiteX27" fmla="*/ 1208742 w 1646390"/>
              <a:gd name="connsiteY27" fmla="*/ 1531768 h 1608877"/>
              <a:gd name="connsiteX28" fmla="*/ 1235835 w 1646390"/>
              <a:gd name="connsiteY28" fmla="*/ 1515095 h 1608877"/>
              <a:gd name="connsiteX29" fmla="*/ 408471 w 1646390"/>
              <a:gd name="connsiteY29" fmla="*/ 1515095 h 1608877"/>
              <a:gd name="connsiteX30" fmla="*/ 581447 w 1646390"/>
              <a:gd name="connsiteY30" fmla="*/ 1592205 h 1608877"/>
              <a:gd name="connsiteX31" fmla="*/ 641884 w 1646390"/>
              <a:gd name="connsiteY31" fmla="*/ 1608877 h 1608877"/>
              <a:gd name="connsiteX32" fmla="*/ 1006590 w 1646390"/>
              <a:gd name="connsiteY32" fmla="*/ 1608877 h 1608877"/>
              <a:gd name="connsiteX33" fmla="*/ 1067028 w 1646390"/>
              <a:gd name="connsiteY33" fmla="*/ 1592205 h 1608877"/>
              <a:gd name="connsiteX34" fmla="*/ 581447 w 1646390"/>
              <a:gd name="connsiteY34" fmla="*/ 1592205 h 1608877"/>
              <a:gd name="connsiteX35" fmla="*/ 300101 w 1646390"/>
              <a:gd name="connsiteY35" fmla="*/ 1440070 h 1608877"/>
              <a:gd name="connsiteX36" fmla="*/ 320942 w 1646390"/>
              <a:gd name="connsiteY36" fmla="*/ 1456742 h 1608877"/>
              <a:gd name="connsiteX37" fmla="*/ 1327532 w 1646390"/>
              <a:gd name="connsiteY37" fmla="*/ 1456742 h 1608877"/>
              <a:gd name="connsiteX38" fmla="*/ 1348373 w 1646390"/>
              <a:gd name="connsiteY38" fmla="*/ 1440070 h 1608877"/>
              <a:gd name="connsiteX39" fmla="*/ 300101 w 1646390"/>
              <a:gd name="connsiteY39" fmla="*/ 1440070 h 1608877"/>
              <a:gd name="connsiteX40" fmla="*/ 218824 w 1646390"/>
              <a:gd name="connsiteY40" fmla="*/ 1365045 h 1608877"/>
              <a:gd name="connsiteX41" fmla="*/ 233412 w 1646390"/>
              <a:gd name="connsiteY41" fmla="*/ 1381717 h 1608877"/>
              <a:gd name="connsiteX42" fmla="*/ 1410894 w 1646390"/>
              <a:gd name="connsiteY42" fmla="*/ 1381717 h 1608877"/>
              <a:gd name="connsiteX43" fmla="*/ 1425482 w 1646390"/>
              <a:gd name="connsiteY43" fmla="*/ 1365045 h 1608877"/>
              <a:gd name="connsiteX44" fmla="*/ 218824 w 1646390"/>
              <a:gd name="connsiteY44" fmla="*/ 1365045 h 1608877"/>
              <a:gd name="connsiteX45" fmla="*/ 156303 w 1646390"/>
              <a:gd name="connsiteY45" fmla="*/ 1287935 h 1608877"/>
              <a:gd name="connsiteX46" fmla="*/ 168807 w 1646390"/>
              <a:gd name="connsiteY46" fmla="*/ 1304608 h 1608877"/>
              <a:gd name="connsiteX47" fmla="*/ 1477583 w 1646390"/>
              <a:gd name="connsiteY47" fmla="*/ 1304608 h 1608877"/>
              <a:gd name="connsiteX48" fmla="*/ 1490087 w 1646390"/>
              <a:gd name="connsiteY48" fmla="*/ 1287935 h 1608877"/>
              <a:gd name="connsiteX49" fmla="*/ 156303 w 1646390"/>
              <a:gd name="connsiteY49" fmla="*/ 1287935 h 1608877"/>
              <a:gd name="connsiteX50" fmla="*/ 68773 w 1646390"/>
              <a:gd name="connsiteY50" fmla="*/ 1135801 h 1608877"/>
              <a:gd name="connsiteX51" fmla="*/ 75025 w 1646390"/>
              <a:gd name="connsiteY51" fmla="*/ 1152473 h 1608877"/>
              <a:gd name="connsiteX52" fmla="*/ 1567197 w 1646390"/>
              <a:gd name="connsiteY52" fmla="*/ 1152473 h 1608877"/>
              <a:gd name="connsiteX53" fmla="*/ 1573449 w 1646390"/>
              <a:gd name="connsiteY53" fmla="*/ 1135801 h 1608877"/>
              <a:gd name="connsiteX54" fmla="*/ 68773 w 1646390"/>
              <a:gd name="connsiteY54" fmla="*/ 1135801 h 1608877"/>
              <a:gd name="connsiteX55" fmla="*/ 233412 w 1646390"/>
              <a:gd name="connsiteY55" fmla="*/ 227160 h 1608877"/>
              <a:gd name="connsiteX56" fmla="*/ 218824 w 1646390"/>
              <a:gd name="connsiteY56" fmla="*/ 243832 h 1608877"/>
              <a:gd name="connsiteX57" fmla="*/ 1425482 w 1646390"/>
              <a:gd name="connsiteY57" fmla="*/ 243832 h 1608877"/>
              <a:gd name="connsiteX58" fmla="*/ 1410894 w 1646390"/>
              <a:gd name="connsiteY58" fmla="*/ 227160 h 1608877"/>
              <a:gd name="connsiteX59" fmla="*/ 233412 w 1646390"/>
              <a:gd name="connsiteY59" fmla="*/ 227160 h 1608877"/>
              <a:gd name="connsiteX60" fmla="*/ 318858 w 1646390"/>
              <a:gd name="connsiteY60" fmla="*/ 152135 h 1608877"/>
              <a:gd name="connsiteX61" fmla="*/ 298017 w 1646390"/>
              <a:gd name="connsiteY61" fmla="*/ 168807 h 1608877"/>
              <a:gd name="connsiteX62" fmla="*/ 1344205 w 1646390"/>
              <a:gd name="connsiteY62" fmla="*/ 168807 h 1608877"/>
              <a:gd name="connsiteX63" fmla="*/ 1323364 w 1646390"/>
              <a:gd name="connsiteY63" fmla="*/ 152135 h 1608877"/>
              <a:gd name="connsiteX64" fmla="*/ 318858 w 1646390"/>
              <a:gd name="connsiteY64" fmla="*/ 152135 h 1608877"/>
              <a:gd name="connsiteX65" fmla="*/ 641884 w 1646390"/>
              <a:gd name="connsiteY65" fmla="*/ 0 h 1608877"/>
              <a:gd name="connsiteX66" fmla="*/ 581447 w 1646390"/>
              <a:gd name="connsiteY66" fmla="*/ 16672 h 1608877"/>
              <a:gd name="connsiteX67" fmla="*/ 1064943 w 1646390"/>
              <a:gd name="connsiteY67" fmla="*/ 16672 h 1608877"/>
              <a:gd name="connsiteX68" fmla="*/ 1004506 w 1646390"/>
              <a:gd name="connsiteY68" fmla="*/ 0 h 1608877"/>
              <a:gd name="connsiteX69" fmla="*/ 641884 w 1646390"/>
              <a:gd name="connsiteY69" fmla="*/ 0 h 1608877"/>
              <a:gd name="connsiteX70" fmla="*/ 0 w 1646390"/>
              <a:gd name="connsiteY70" fmla="*/ 758590 h 1608877"/>
              <a:gd name="connsiteX71" fmla="*/ 0 w 1646390"/>
              <a:gd name="connsiteY71" fmla="*/ 775262 h 1608877"/>
              <a:gd name="connsiteX72" fmla="*/ 1646390 w 1646390"/>
              <a:gd name="connsiteY72" fmla="*/ 775262 h 1608877"/>
              <a:gd name="connsiteX73" fmla="*/ 1646390 w 1646390"/>
              <a:gd name="connsiteY73" fmla="*/ 758590 h 1608877"/>
              <a:gd name="connsiteX74" fmla="*/ 0 w 1646390"/>
              <a:gd name="connsiteY74" fmla="*/ 758590 h 1608877"/>
              <a:gd name="connsiteX75" fmla="*/ 168807 w 1646390"/>
              <a:gd name="connsiteY75" fmla="*/ 302185 h 1608877"/>
              <a:gd name="connsiteX76" fmla="*/ 156303 w 1646390"/>
              <a:gd name="connsiteY76" fmla="*/ 318858 h 1608877"/>
              <a:gd name="connsiteX77" fmla="*/ 1488003 w 1646390"/>
              <a:gd name="connsiteY77" fmla="*/ 318858 h 1608877"/>
              <a:gd name="connsiteX78" fmla="*/ 1475499 w 1646390"/>
              <a:gd name="connsiteY78" fmla="*/ 302185 h 1608877"/>
              <a:gd name="connsiteX79" fmla="*/ 168807 w 1646390"/>
              <a:gd name="connsiteY79" fmla="*/ 302185 h 1608877"/>
              <a:gd name="connsiteX80" fmla="*/ 437648 w 1646390"/>
              <a:gd name="connsiteY80" fmla="*/ 75025 h 1608877"/>
              <a:gd name="connsiteX81" fmla="*/ 410556 w 1646390"/>
              <a:gd name="connsiteY81" fmla="*/ 91698 h 1608877"/>
              <a:gd name="connsiteX82" fmla="*/ 1240003 w 1646390"/>
              <a:gd name="connsiteY82" fmla="*/ 91698 h 1608877"/>
              <a:gd name="connsiteX83" fmla="*/ 1212910 w 1646390"/>
              <a:gd name="connsiteY83" fmla="*/ 75025 h 1608877"/>
              <a:gd name="connsiteX84" fmla="*/ 437648 w 1646390"/>
              <a:gd name="connsiteY84" fmla="*/ 75025 h 1608877"/>
              <a:gd name="connsiteX85" fmla="*/ 8336 w 1646390"/>
              <a:gd name="connsiteY85" fmla="*/ 681480 h 1608877"/>
              <a:gd name="connsiteX86" fmla="*/ 6252 w 1646390"/>
              <a:gd name="connsiteY86" fmla="*/ 696069 h 1608877"/>
              <a:gd name="connsiteX87" fmla="*/ 1640138 w 1646390"/>
              <a:gd name="connsiteY87" fmla="*/ 696069 h 1608877"/>
              <a:gd name="connsiteX88" fmla="*/ 1638054 w 1646390"/>
              <a:gd name="connsiteY88" fmla="*/ 681480 h 1608877"/>
              <a:gd name="connsiteX89" fmla="*/ 8336 w 1646390"/>
              <a:gd name="connsiteY89" fmla="*/ 681480 h 1608877"/>
              <a:gd name="connsiteX90" fmla="*/ 22924 w 1646390"/>
              <a:gd name="connsiteY90" fmla="*/ 606455 h 1608877"/>
              <a:gd name="connsiteX91" fmla="*/ 18756 w 1646390"/>
              <a:gd name="connsiteY91" fmla="*/ 623127 h 1608877"/>
              <a:gd name="connsiteX92" fmla="*/ 1625550 w 1646390"/>
              <a:gd name="connsiteY92" fmla="*/ 623127 h 1608877"/>
              <a:gd name="connsiteX93" fmla="*/ 1621382 w 1646390"/>
              <a:gd name="connsiteY93" fmla="*/ 606455 h 1608877"/>
              <a:gd name="connsiteX94" fmla="*/ 22924 w 1646390"/>
              <a:gd name="connsiteY94" fmla="*/ 606455 h 1608877"/>
              <a:gd name="connsiteX95" fmla="*/ 116706 w 1646390"/>
              <a:gd name="connsiteY95" fmla="*/ 379295 h 1608877"/>
              <a:gd name="connsiteX96" fmla="*/ 108370 w 1646390"/>
              <a:gd name="connsiteY96" fmla="*/ 395967 h 1608877"/>
              <a:gd name="connsiteX97" fmla="*/ 1538020 w 1646390"/>
              <a:gd name="connsiteY97" fmla="*/ 395967 h 1608877"/>
              <a:gd name="connsiteX98" fmla="*/ 1529684 w 1646390"/>
              <a:gd name="connsiteY98" fmla="*/ 379295 h 1608877"/>
              <a:gd name="connsiteX99" fmla="*/ 116706 w 1646390"/>
              <a:gd name="connsiteY99" fmla="*/ 379295 h 1608877"/>
              <a:gd name="connsiteX100" fmla="*/ 45849 w 1646390"/>
              <a:gd name="connsiteY100" fmla="*/ 531430 h 1608877"/>
              <a:gd name="connsiteX101" fmla="*/ 39597 w 1646390"/>
              <a:gd name="connsiteY101" fmla="*/ 546018 h 1608877"/>
              <a:gd name="connsiteX102" fmla="*/ 1604709 w 1646390"/>
              <a:gd name="connsiteY102" fmla="*/ 546018 h 1608877"/>
              <a:gd name="connsiteX103" fmla="*/ 1598457 w 1646390"/>
              <a:gd name="connsiteY103" fmla="*/ 529346 h 1608877"/>
              <a:gd name="connsiteX104" fmla="*/ 45849 w 1646390"/>
              <a:gd name="connsiteY104" fmla="*/ 529346 h 1608877"/>
              <a:gd name="connsiteX105" fmla="*/ 77109 w 1646390"/>
              <a:gd name="connsiteY105" fmla="*/ 454320 h 1608877"/>
              <a:gd name="connsiteX106" fmla="*/ 70857 w 1646390"/>
              <a:gd name="connsiteY106" fmla="*/ 470993 h 1608877"/>
              <a:gd name="connsiteX107" fmla="*/ 1577617 w 1646390"/>
              <a:gd name="connsiteY107" fmla="*/ 470993 h 1608877"/>
              <a:gd name="connsiteX108" fmla="*/ 1571365 w 1646390"/>
              <a:gd name="connsiteY108" fmla="*/ 454320 h 1608877"/>
              <a:gd name="connsiteX109" fmla="*/ 77109 w 1646390"/>
              <a:gd name="connsiteY109" fmla="*/ 454320 h 1608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1646390" h="1608877">
                <a:moveTo>
                  <a:pt x="1646390" y="833615"/>
                </a:moveTo>
                <a:cubicBezTo>
                  <a:pt x="1646390" y="839867"/>
                  <a:pt x="1646390" y="844035"/>
                  <a:pt x="1646390" y="850287"/>
                </a:cubicBezTo>
                <a:lnTo>
                  <a:pt x="0" y="850287"/>
                </a:lnTo>
                <a:cubicBezTo>
                  <a:pt x="0" y="846119"/>
                  <a:pt x="0" y="839867"/>
                  <a:pt x="0" y="833615"/>
                </a:cubicBezTo>
                <a:lnTo>
                  <a:pt x="1646390" y="833615"/>
                </a:lnTo>
                <a:close/>
                <a:moveTo>
                  <a:pt x="39597" y="1060775"/>
                </a:moveTo>
                <a:cubicBezTo>
                  <a:pt x="41681" y="1067027"/>
                  <a:pt x="43765" y="1071195"/>
                  <a:pt x="45849" y="1077448"/>
                </a:cubicBezTo>
                <a:lnTo>
                  <a:pt x="1600541" y="1077448"/>
                </a:lnTo>
                <a:cubicBezTo>
                  <a:pt x="1602625" y="1073279"/>
                  <a:pt x="1604709" y="1067027"/>
                  <a:pt x="1606793" y="1060775"/>
                </a:cubicBezTo>
                <a:lnTo>
                  <a:pt x="39597" y="1060775"/>
                </a:lnTo>
                <a:close/>
                <a:moveTo>
                  <a:pt x="108370" y="1212910"/>
                </a:moveTo>
                <a:cubicBezTo>
                  <a:pt x="110454" y="1219162"/>
                  <a:pt x="114622" y="1223330"/>
                  <a:pt x="116706" y="1229582"/>
                </a:cubicBezTo>
                <a:lnTo>
                  <a:pt x="1529684" y="1229582"/>
                </a:lnTo>
                <a:cubicBezTo>
                  <a:pt x="1531768" y="1225414"/>
                  <a:pt x="1535936" y="1219162"/>
                  <a:pt x="1538020" y="1212910"/>
                </a:cubicBezTo>
                <a:lnTo>
                  <a:pt x="108370" y="1212910"/>
                </a:lnTo>
                <a:close/>
                <a:moveTo>
                  <a:pt x="18756" y="985750"/>
                </a:moveTo>
                <a:cubicBezTo>
                  <a:pt x="20840" y="989918"/>
                  <a:pt x="22924" y="996170"/>
                  <a:pt x="22924" y="1000338"/>
                </a:cubicBezTo>
                <a:lnTo>
                  <a:pt x="1623466" y="1000338"/>
                </a:lnTo>
                <a:cubicBezTo>
                  <a:pt x="1625550" y="996170"/>
                  <a:pt x="1625550" y="989918"/>
                  <a:pt x="1627634" y="983666"/>
                </a:cubicBezTo>
                <a:lnTo>
                  <a:pt x="18756" y="983666"/>
                </a:lnTo>
                <a:close/>
                <a:moveTo>
                  <a:pt x="6252" y="908640"/>
                </a:moveTo>
                <a:cubicBezTo>
                  <a:pt x="6252" y="912809"/>
                  <a:pt x="8336" y="919061"/>
                  <a:pt x="8336" y="925313"/>
                </a:cubicBezTo>
                <a:lnTo>
                  <a:pt x="1638054" y="925313"/>
                </a:lnTo>
                <a:cubicBezTo>
                  <a:pt x="1638054" y="921145"/>
                  <a:pt x="1640138" y="914893"/>
                  <a:pt x="1640138" y="908640"/>
                </a:cubicBezTo>
                <a:lnTo>
                  <a:pt x="6252" y="908640"/>
                </a:lnTo>
                <a:close/>
                <a:moveTo>
                  <a:pt x="408471" y="1515095"/>
                </a:moveTo>
                <a:cubicBezTo>
                  <a:pt x="416808" y="1521348"/>
                  <a:pt x="427228" y="1525516"/>
                  <a:pt x="435564" y="1531768"/>
                </a:cubicBezTo>
                <a:lnTo>
                  <a:pt x="1208742" y="1531768"/>
                </a:lnTo>
                <a:cubicBezTo>
                  <a:pt x="1219162" y="1527600"/>
                  <a:pt x="1227498" y="1521348"/>
                  <a:pt x="1235835" y="1515095"/>
                </a:cubicBezTo>
                <a:lnTo>
                  <a:pt x="408471" y="1515095"/>
                </a:lnTo>
                <a:close/>
                <a:moveTo>
                  <a:pt x="581447" y="1592205"/>
                </a:moveTo>
                <a:cubicBezTo>
                  <a:pt x="600203" y="1598457"/>
                  <a:pt x="621043" y="1602625"/>
                  <a:pt x="641884" y="1608877"/>
                </a:cubicBezTo>
                <a:lnTo>
                  <a:pt x="1006590" y="1608877"/>
                </a:lnTo>
                <a:cubicBezTo>
                  <a:pt x="1027431" y="1604709"/>
                  <a:pt x="1046187" y="1598457"/>
                  <a:pt x="1067028" y="1592205"/>
                </a:cubicBezTo>
                <a:lnTo>
                  <a:pt x="581447" y="1592205"/>
                </a:lnTo>
                <a:close/>
                <a:moveTo>
                  <a:pt x="300101" y="1440070"/>
                </a:moveTo>
                <a:cubicBezTo>
                  <a:pt x="306354" y="1446322"/>
                  <a:pt x="312606" y="1450490"/>
                  <a:pt x="320942" y="1456742"/>
                </a:cubicBezTo>
                <a:lnTo>
                  <a:pt x="1327532" y="1456742"/>
                </a:lnTo>
                <a:cubicBezTo>
                  <a:pt x="1333784" y="1452574"/>
                  <a:pt x="1340037" y="1446322"/>
                  <a:pt x="1348373" y="1440070"/>
                </a:cubicBezTo>
                <a:lnTo>
                  <a:pt x="300101" y="1440070"/>
                </a:lnTo>
                <a:close/>
                <a:moveTo>
                  <a:pt x="218824" y="1365045"/>
                </a:moveTo>
                <a:cubicBezTo>
                  <a:pt x="222992" y="1371297"/>
                  <a:pt x="229244" y="1375465"/>
                  <a:pt x="233412" y="1381717"/>
                </a:cubicBezTo>
                <a:lnTo>
                  <a:pt x="1410894" y="1381717"/>
                </a:lnTo>
                <a:cubicBezTo>
                  <a:pt x="1415062" y="1377549"/>
                  <a:pt x="1421314" y="1371297"/>
                  <a:pt x="1425482" y="1365045"/>
                </a:cubicBezTo>
                <a:lnTo>
                  <a:pt x="218824" y="1365045"/>
                </a:lnTo>
                <a:close/>
                <a:moveTo>
                  <a:pt x="156303" y="1287935"/>
                </a:moveTo>
                <a:cubicBezTo>
                  <a:pt x="160471" y="1294187"/>
                  <a:pt x="164639" y="1298356"/>
                  <a:pt x="168807" y="1304608"/>
                </a:cubicBezTo>
                <a:lnTo>
                  <a:pt x="1477583" y="1304608"/>
                </a:lnTo>
                <a:cubicBezTo>
                  <a:pt x="1481751" y="1300440"/>
                  <a:pt x="1485919" y="1294187"/>
                  <a:pt x="1490087" y="1287935"/>
                </a:cubicBezTo>
                <a:lnTo>
                  <a:pt x="156303" y="1287935"/>
                </a:lnTo>
                <a:close/>
                <a:moveTo>
                  <a:pt x="68773" y="1135801"/>
                </a:moveTo>
                <a:cubicBezTo>
                  <a:pt x="70857" y="1142053"/>
                  <a:pt x="72941" y="1146221"/>
                  <a:pt x="75025" y="1152473"/>
                </a:cubicBezTo>
                <a:lnTo>
                  <a:pt x="1567197" y="1152473"/>
                </a:lnTo>
                <a:cubicBezTo>
                  <a:pt x="1569281" y="1148305"/>
                  <a:pt x="1571365" y="1142053"/>
                  <a:pt x="1573449" y="1135801"/>
                </a:cubicBezTo>
                <a:lnTo>
                  <a:pt x="68773" y="1135801"/>
                </a:lnTo>
                <a:close/>
                <a:moveTo>
                  <a:pt x="233412" y="227160"/>
                </a:moveTo>
                <a:cubicBezTo>
                  <a:pt x="229244" y="231328"/>
                  <a:pt x="222992" y="237580"/>
                  <a:pt x="218824" y="243832"/>
                </a:cubicBezTo>
                <a:lnTo>
                  <a:pt x="1425482" y="243832"/>
                </a:lnTo>
                <a:cubicBezTo>
                  <a:pt x="1421314" y="237580"/>
                  <a:pt x="1415062" y="233412"/>
                  <a:pt x="1410894" y="227160"/>
                </a:cubicBezTo>
                <a:lnTo>
                  <a:pt x="233412" y="227160"/>
                </a:lnTo>
                <a:close/>
                <a:moveTo>
                  <a:pt x="318858" y="152135"/>
                </a:moveTo>
                <a:cubicBezTo>
                  <a:pt x="312606" y="156303"/>
                  <a:pt x="306354" y="162555"/>
                  <a:pt x="298017" y="168807"/>
                </a:cubicBezTo>
                <a:lnTo>
                  <a:pt x="1344205" y="168807"/>
                </a:lnTo>
                <a:cubicBezTo>
                  <a:pt x="1337952" y="162555"/>
                  <a:pt x="1331700" y="158387"/>
                  <a:pt x="1323364" y="152135"/>
                </a:cubicBezTo>
                <a:lnTo>
                  <a:pt x="318858" y="152135"/>
                </a:lnTo>
                <a:close/>
                <a:moveTo>
                  <a:pt x="641884" y="0"/>
                </a:moveTo>
                <a:cubicBezTo>
                  <a:pt x="621043" y="4168"/>
                  <a:pt x="602287" y="10420"/>
                  <a:pt x="581447" y="16672"/>
                </a:cubicBezTo>
                <a:lnTo>
                  <a:pt x="1064943" y="16672"/>
                </a:lnTo>
                <a:cubicBezTo>
                  <a:pt x="1046187" y="10420"/>
                  <a:pt x="1025347" y="6252"/>
                  <a:pt x="1004506" y="0"/>
                </a:cubicBezTo>
                <a:lnTo>
                  <a:pt x="641884" y="0"/>
                </a:lnTo>
                <a:close/>
                <a:moveTo>
                  <a:pt x="0" y="758590"/>
                </a:moveTo>
                <a:cubicBezTo>
                  <a:pt x="0" y="762758"/>
                  <a:pt x="0" y="769010"/>
                  <a:pt x="0" y="775262"/>
                </a:cubicBezTo>
                <a:lnTo>
                  <a:pt x="1646390" y="775262"/>
                </a:lnTo>
                <a:cubicBezTo>
                  <a:pt x="1646390" y="769010"/>
                  <a:pt x="1646390" y="764842"/>
                  <a:pt x="1646390" y="758590"/>
                </a:cubicBezTo>
                <a:lnTo>
                  <a:pt x="0" y="758590"/>
                </a:lnTo>
                <a:close/>
                <a:moveTo>
                  <a:pt x="168807" y="302185"/>
                </a:moveTo>
                <a:cubicBezTo>
                  <a:pt x="164639" y="306354"/>
                  <a:pt x="160471" y="312606"/>
                  <a:pt x="156303" y="318858"/>
                </a:cubicBezTo>
                <a:lnTo>
                  <a:pt x="1488003" y="318858"/>
                </a:lnTo>
                <a:cubicBezTo>
                  <a:pt x="1483835" y="312606"/>
                  <a:pt x="1479667" y="308438"/>
                  <a:pt x="1475499" y="302185"/>
                </a:cubicBezTo>
                <a:lnTo>
                  <a:pt x="168807" y="302185"/>
                </a:lnTo>
                <a:close/>
                <a:moveTo>
                  <a:pt x="437648" y="75025"/>
                </a:moveTo>
                <a:cubicBezTo>
                  <a:pt x="427228" y="79193"/>
                  <a:pt x="418892" y="85446"/>
                  <a:pt x="410556" y="91698"/>
                </a:cubicBezTo>
                <a:lnTo>
                  <a:pt x="1240003" y="91698"/>
                </a:lnTo>
                <a:cubicBezTo>
                  <a:pt x="1231666" y="85446"/>
                  <a:pt x="1221246" y="81277"/>
                  <a:pt x="1212910" y="75025"/>
                </a:cubicBezTo>
                <a:lnTo>
                  <a:pt x="437648" y="75025"/>
                </a:lnTo>
                <a:close/>
                <a:moveTo>
                  <a:pt x="8336" y="681480"/>
                </a:moveTo>
                <a:cubicBezTo>
                  <a:pt x="8336" y="685648"/>
                  <a:pt x="6252" y="691901"/>
                  <a:pt x="6252" y="696069"/>
                </a:cubicBezTo>
                <a:lnTo>
                  <a:pt x="1640138" y="696069"/>
                </a:lnTo>
                <a:cubicBezTo>
                  <a:pt x="1640138" y="691901"/>
                  <a:pt x="1638054" y="685648"/>
                  <a:pt x="1638054" y="681480"/>
                </a:cubicBezTo>
                <a:lnTo>
                  <a:pt x="8336" y="681480"/>
                </a:lnTo>
                <a:close/>
                <a:moveTo>
                  <a:pt x="22924" y="606455"/>
                </a:moveTo>
                <a:cubicBezTo>
                  <a:pt x="20840" y="610623"/>
                  <a:pt x="20840" y="616875"/>
                  <a:pt x="18756" y="623127"/>
                </a:cubicBezTo>
                <a:lnTo>
                  <a:pt x="1625550" y="623127"/>
                </a:lnTo>
                <a:cubicBezTo>
                  <a:pt x="1623466" y="616875"/>
                  <a:pt x="1623466" y="612707"/>
                  <a:pt x="1621382" y="606455"/>
                </a:cubicBezTo>
                <a:lnTo>
                  <a:pt x="22924" y="606455"/>
                </a:lnTo>
                <a:close/>
                <a:moveTo>
                  <a:pt x="116706" y="379295"/>
                </a:moveTo>
                <a:cubicBezTo>
                  <a:pt x="114622" y="383463"/>
                  <a:pt x="110454" y="389715"/>
                  <a:pt x="108370" y="395967"/>
                </a:cubicBezTo>
                <a:lnTo>
                  <a:pt x="1538020" y="395967"/>
                </a:lnTo>
                <a:cubicBezTo>
                  <a:pt x="1535936" y="389715"/>
                  <a:pt x="1531768" y="385547"/>
                  <a:pt x="1529684" y="379295"/>
                </a:cubicBezTo>
                <a:lnTo>
                  <a:pt x="116706" y="379295"/>
                </a:lnTo>
                <a:close/>
                <a:moveTo>
                  <a:pt x="45849" y="531430"/>
                </a:moveTo>
                <a:cubicBezTo>
                  <a:pt x="43765" y="535598"/>
                  <a:pt x="41681" y="541850"/>
                  <a:pt x="39597" y="546018"/>
                </a:cubicBezTo>
                <a:lnTo>
                  <a:pt x="1604709" y="546018"/>
                </a:lnTo>
                <a:cubicBezTo>
                  <a:pt x="1602625" y="539766"/>
                  <a:pt x="1600541" y="535598"/>
                  <a:pt x="1598457" y="529346"/>
                </a:cubicBezTo>
                <a:lnTo>
                  <a:pt x="45849" y="529346"/>
                </a:lnTo>
                <a:close/>
                <a:moveTo>
                  <a:pt x="77109" y="454320"/>
                </a:moveTo>
                <a:cubicBezTo>
                  <a:pt x="75025" y="458488"/>
                  <a:pt x="72941" y="464740"/>
                  <a:pt x="70857" y="470993"/>
                </a:cubicBezTo>
                <a:lnTo>
                  <a:pt x="1577617" y="470993"/>
                </a:lnTo>
                <a:cubicBezTo>
                  <a:pt x="1575533" y="464740"/>
                  <a:pt x="1573449" y="460572"/>
                  <a:pt x="1571365" y="454320"/>
                </a:cubicBezTo>
                <a:lnTo>
                  <a:pt x="77109" y="454320"/>
                </a:lnTo>
                <a:close/>
              </a:path>
            </a:pathLst>
          </a:custGeom>
          <a:solidFill>
            <a:schemeClr val="accent1"/>
          </a:solidFill>
          <a:ln w="2073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265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14:window dir="vert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5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b49df822-7165-45c2-8964-c451b9152035&quot;,&quot;Name&quot;:&quot;参考线1&quot;,&quot;Kind&quot;:&quot;Custom&quot;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​​">
  <a:themeElements>
    <a:clrScheme name="自定义 100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2E76EB"/>
      </a:accent1>
      <a:accent2>
        <a:srgbClr val="2E76EB"/>
      </a:accent2>
      <a:accent3>
        <a:srgbClr val="2E76EB"/>
      </a:accent3>
      <a:accent4>
        <a:srgbClr val="2E76EB"/>
      </a:accent4>
      <a:accent5>
        <a:srgbClr val="2E76EB"/>
      </a:accent5>
      <a:accent6>
        <a:srgbClr val="2E76EB"/>
      </a:accent6>
      <a:hlink>
        <a:srgbClr val="2E76EB"/>
      </a:hlink>
      <a:folHlink>
        <a:srgbClr val="2E76EB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344</Words>
  <Application>Microsoft Macintosh PowerPoint</Application>
  <PresentationFormat>宽屏</PresentationFormat>
  <Paragraphs>97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等线</vt:lpstr>
      <vt:lpstr>等线</vt:lpstr>
      <vt:lpstr>思源黑体 CN Bold</vt:lpstr>
      <vt:lpstr>思源黑体 CN Normal</vt:lpstr>
      <vt:lpstr>思源黑体 CN Regular</vt:lpstr>
      <vt:lpstr>思源宋体 CN</vt:lpstr>
      <vt:lpstr>字魂36号-正文宋楷</vt:lpstr>
      <vt:lpstr>字魂59号-创粗黑</vt:lpstr>
      <vt:lpstr>PingFang SC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崔 志彬</dc:creator>
  <cp:lastModifiedBy>T203615</cp:lastModifiedBy>
  <cp:revision>131</cp:revision>
  <dcterms:created xsi:type="dcterms:W3CDTF">2020-07-22T07:31:02Z</dcterms:created>
  <dcterms:modified xsi:type="dcterms:W3CDTF">2025-11-10T09:17:10Z</dcterms:modified>
</cp:coreProperties>
</file>